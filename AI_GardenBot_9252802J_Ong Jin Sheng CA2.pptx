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60" r:id="rId2"/>
    <p:sldId id="259" r:id="rId3"/>
    <p:sldId id="274" r:id="rId4"/>
    <p:sldId id="275" r:id="rId5"/>
    <p:sldId id="276" r:id="rId6"/>
    <p:sldId id="277" r:id="rId7"/>
    <p:sldId id="256"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22EF3B-C392-45A1-B33D-0E65B4A85E7B}" v="102" dt="2026-02-08T04:50:27.8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0" d="100"/>
          <a:sy n="90" d="100"/>
        </p:scale>
        <p:origin x="1308"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son Ong" userId="d3079bc9197161f1" providerId="LiveId" clId="{8E9A9EC9-472B-4313-8C65-9136C5C8EECC}"/>
    <pc:docChg chg="undo redo custSel addSld delSld modSld sldOrd">
      <pc:chgData name="Jason Ong" userId="d3079bc9197161f1" providerId="LiveId" clId="{8E9A9EC9-472B-4313-8C65-9136C5C8EECC}" dt="2026-02-08T05:02:22.536" v="4562" actId="1036"/>
      <pc:docMkLst>
        <pc:docMk/>
      </pc:docMkLst>
      <pc:sldChg chg="addSp delSp modSp add del mod ord setBg">
        <pc:chgData name="Jason Ong" userId="d3079bc9197161f1" providerId="LiveId" clId="{8E9A9EC9-472B-4313-8C65-9136C5C8EECC}" dt="2026-02-08T04:35:44.338" v="3256" actId="1076"/>
        <pc:sldMkLst>
          <pc:docMk/>
          <pc:sldMk cId="666691455" sldId="256"/>
        </pc:sldMkLst>
        <pc:spChg chg="add mod">
          <ac:chgData name="Jason Ong" userId="d3079bc9197161f1" providerId="LiveId" clId="{8E9A9EC9-472B-4313-8C65-9136C5C8EECC}" dt="2026-02-08T04:35:44.338" v="3256" actId="1076"/>
          <ac:spMkLst>
            <pc:docMk/>
            <pc:sldMk cId="666691455" sldId="256"/>
            <ac:spMk id="9" creationId="{36F9141D-44F0-5421-4228-E7056FE18273}"/>
          </ac:spMkLst>
        </pc:spChg>
        <pc:spChg chg="add">
          <ac:chgData name="Jason Ong" userId="d3079bc9197161f1" providerId="LiveId" clId="{8E9A9EC9-472B-4313-8C65-9136C5C8EECC}" dt="2026-02-06T14:58:17.645" v="55" actId="26606"/>
          <ac:spMkLst>
            <pc:docMk/>
            <pc:sldMk cId="666691455" sldId="256"/>
            <ac:spMk id="25" creationId="{6F828D28-8E09-41CC-8229-3070B5467A96}"/>
          </ac:spMkLst>
        </pc:spChg>
        <pc:spChg chg="add">
          <ac:chgData name="Jason Ong" userId="d3079bc9197161f1" providerId="LiveId" clId="{8E9A9EC9-472B-4313-8C65-9136C5C8EECC}" dt="2026-02-06T14:58:17.645" v="55" actId="26606"/>
          <ac:spMkLst>
            <pc:docMk/>
            <pc:sldMk cId="666691455" sldId="256"/>
            <ac:spMk id="27" creationId="{D5B012D8-7F27-4758-9AC6-C889B154BD73}"/>
          </ac:spMkLst>
        </pc:spChg>
        <pc:spChg chg="add">
          <ac:chgData name="Jason Ong" userId="d3079bc9197161f1" providerId="LiveId" clId="{8E9A9EC9-472B-4313-8C65-9136C5C8EECC}" dt="2026-02-06T14:58:17.645" v="55" actId="26606"/>
          <ac:spMkLst>
            <pc:docMk/>
            <pc:sldMk cId="666691455" sldId="256"/>
            <ac:spMk id="29" creationId="{4063B759-00FC-46D1-9898-8E8625268FAF}"/>
          </ac:spMkLst>
        </pc:spChg>
        <pc:picChg chg="add mod">
          <ac:chgData name="Jason Ong" userId="d3079bc9197161f1" providerId="LiveId" clId="{8E9A9EC9-472B-4313-8C65-9136C5C8EECC}" dt="2026-02-06T15:15:34.665" v="266" actId="14100"/>
          <ac:picMkLst>
            <pc:docMk/>
            <pc:sldMk cId="666691455" sldId="256"/>
            <ac:picMk id="8" creationId="{2DEC807F-054A-96D6-F335-5665B738E740}"/>
          </ac:picMkLst>
        </pc:picChg>
      </pc:sldChg>
      <pc:sldChg chg="addSp delSp modSp del mod addAnim delAnim">
        <pc:chgData name="Jason Ong" userId="d3079bc9197161f1" providerId="LiveId" clId="{8E9A9EC9-472B-4313-8C65-9136C5C8EECC}" dt="2026-02-07T12:13:39.082" v="1404" actId="47"/>
        <pc:sldMkLst>
          <pc:docMk/>
          <pc:sldMk cId="2123724889" sldId="257"/>
        </pc:sldMkLst>
      </pc:sldChg>
      <pc:sldChg chg="addSp delSp modSp mod ord setBg setClrOvrMap">
        <pc:chgData name="Jason Ong" userId="d3079bc9197161f1" providerId="LiveId" clId="{8E9A9EC9-472B-4313-8C65-9136C5C8EECC}" dt="2026-02-06T16:39:01.630" v="493" actId="26606"/>
        <pc:sldMkLst>
          <pc:docMk/>
          <pc:sldMk cId="408826565" sldId="259"/>
        </pc:sldMkLst>
        <pc:spChg chg="mod ord">
          <ac:chgData name="Jason Ong" userId="d3079bc9197161f1" providerId="LiveId" clId="{8E9A9EC9-472B-4313-8C65-9136C5C8EECC}" dt="2026-02-06T16:39:01.630" v="493" actId="26606"/>
          <ac:spMkLst>
            <pc:docMk/>
            <pc:sldMk cId="408826565" sldId="259"/>
            <ac:spMk id="3" creationId="{F58BB372-32E7-9504-60E3-48BE349F701A}"/>
          </ac:spMkLst>
        </pc:spChg>
        <pc:spChg chg="add mod">
          <ac:chgData name="Jason Ong" userId="d3079bc9197161f1" providerId="LiveId" clId="{8E9A9EC9-472B-4313-8C65-9136C5C8EECC}" dt="2026-02-06T16:39:01.630" v="493" actId="26606"/>
          <ac:spMkLst>
            <pc:docMk/>
            <pc:sldMk cId="408826565" sldId="259"/>
            <ac:spMk id="5" creationId="{2899EE4F-6BA3-C21D-633E-68CBFE3E539E}"/>
          </ac:spMkLst>
        </pc:spChg>
        <pc:picChg chg="add">
          <ac:chgData name="Jason Ong" userId="d3079bc9197161f1" providerId="LiveId" clId="{8E9A9EC9-472B-4313-8C65-9136C5C8EECC}" dt="2026-02-06T16:39:01.630" v="493" actId="26606"/>
          <ac:picMkLst>
            <pc:docMk/>
            <pc:sldMk cId="408826565" sldId="259"/>
            <ac:picMk id="39" creationId="{3B7268C4-E16C-B5D8-6C76-3D3F5A76EEE3}"/>
          </ac:picMkLst>
        </pc:picChg>
        <pc:cxnChg chg="add">
          <ac:chgData name="Jason Ong" userId="d3079bc9197161f1" providerId="LiveId" clId="{8E9A9EC9-472B-4313-8C65-9136C5C8EECC}" dt="2026-02-06T16:39:01.630" v="493" actId="26606"/>
          <ac:cxnSpMkLst>
            <pc:docMk/>
            <pc:sldMk cId="408826565" sldId="259"/>
            <ac:cxnSpMk id="43" creationId="{1503BFE4-729B-D9D0-C17B-501E6AF1127A}"/>
          </ac:cxnSpMkLst>
        </pc:cxnChg>
      </pc:sldChg>
      <pc:sldChg chg="addSp delSp modSp new mod ord setBg">
        <pc:chgData name="Jason Ong" userId="d3079bc9197161f1" providerId="LiveId" clId="{8E9A9EC9-472B-4313-8C65-9136C5C8EECC}" dt="2026-02-08T04:36:17.339" v="3264" actId="1076"/>
        <pc:sldMkLst>
          <pc:docMk/>
          <pc:sldMk cId="1242569980" sldId="260"/>
        </pc:sldMkLst>
        <pc:spChg chg="add mod">
          <ac:chgData name="Jason Ong" userId="d3079bc9197161f1" providerId="LiveId" clId="{8E9A9EC9-472B-4313-8C65-9136C5C8EECC}" dt="2026-02-08T04:36:17.339" v="3264" actId="1076"/>
          <ac:spMkLst>
            <pc:docMk/>
            <pc:sldMk cId="1242569980" sldId="260"/>
            <ac:spMk id="2" creationId="{380204A9-0599-F3BC-CF4E-0957EA040B42}"/>
          </ac:spMkLst>
        </pc:spChg>
        <pc:spChg chg="add mod">
          <ac:chgData name="Jason Ong" userId="d3079bc9197161f1" providerId="LiveId" clId="{8E9A9EC9-472B-4313-8C65-9136C5C8EECC}" dt="2026-02-06T17:16:58.169" v="1403" actId="1037"/>
          <ac:spMkLst>
            <pc:docMk/>
            <pc:sldMk cId="1242569980" sldId="260"/>
            <ac:spMk id="6" creationId="{E35969AD-48F0-ABE8-AB2A-139CC8196215}"/>
          </ac:spMkLst>
        </pc:spChg>
        <pc:spChg chg="add">
          <ac:chgData name="Jason Ong" userId="d3079bc9197161f1" providerId="LiveId" clId="{8E9A9EC9-472B-4313-8C65-9136C5C8EECC}" dt="2026-02-06T15:06:18.309" v="98" actId="26606"/>
          <ac:spMkLst>
            <pc:docMk/>
            <pc:sldMk cId="1242569980" sldId="260"/>
            <ac:spMk id="10" creationId="{42A4FC2C-047E-45A5-965D-8E1E3BF09BC6}"/>
          </ac:spMkLst>
        </pc:spChg>
        <pc:picChg chg="add mod">
          <ac:chgData name="Jason Ong" userId="d3079bc9197161f1" providerId="LiveId" clId="{8E9A9EC9-472B-4313-8C65-9136C5C8EECC}" dt="2026-02-06T15:20:06.558" v="387" actId="14100"/>
          <ac:picMkLst>
            <pc:docMk/>
            <pc:sldMk cId="1242569980" sldId="260"/>
            <ac:picMk id="5" creationId="{2C012D94-B367-B4AC-654E-128B9F2F6D98}"/>
          </ac:picMkLst>
        </pc:picChg>
      </pc:sldChg>
      <pc:sldChg chg="addSp delSp modSp add del mod">
        <pc:chgData name="Jason Ong" userId="d3079bc9197161f1" providerId="LiveId" clId="{8E9A9EC9-472B-4313-8C65-9136C5C8EECC}" dt="2026-02-08T04:35:15.083" v="3239" actId="47"/>
        <pc:sldMkLst>
          <pc:docMk/>
          <pc:sldMk cId="1507282605" sldId="261"/>
        </pc:sldMkLst>
      </pc:sldChg>
      <pc:sldChg chg="addSp delSp add del mod">
        <pc:chgData name="Jason Ong" userId="d3079bc9197161f1" providerId="LiveId" clId="{8E9A9EC9-472B-4313-8C65-9136C5C8EECC}" dt="2026-02-08T04:35:16.212" v="3240" actId="47"/>
        <pc:sldMkLst>
          <pc:docMk/>
          <pc:sldMk cId="4199434216" sldId="262"/>
        </pc:sldMkLst>
      </pc:sldChg>
      <pc:sldChg chg="addSp delSp modSp new del mod">
        <pc:chgData name="Jason Ong" userId="d3079bc9197161f1" providerId="LiveId" clId="{8E9A9EC9-472B-4313-8C65-9136C5C8EECC}" dt="2026-02-08T04:37:14.849" v="3289" actId="47"/>
        <pc:sldMkLst>
          <pc:docMk/>
          <pc:sldMk cId="2396782973" sldId="263"/>
        </pc:sldMkLst>
        <pc:spChg chg="add mod">
          <ac:chgData name="Jason Ong" userId="d3079bc9197161f1" providerId="LiveId" clId="{8E9A9EC9-472B-4313-8C65-9136C5C8EECC}" dt="2026-02-08T04:35:54.253" v="3257" actId="14100"/>
          <ac:spMkLst>
            <pc:docMk/>
            <pc:sldMk cId="2396782973" sldId="263"/>
            <ac:spMk id="9" creationId="{A5C0CA77-158E-BCCC-5BF3-1F9F5EEAE64F}"/>
          </ac:spMkLst>
        </pc:spChg>
      </pc:sldChg>
      <pc:sldChg chg="modSp add del mod ord setBg">
        <pc:chgData name="Jason Ong" userId="d3079bc9197161f1" providerId="LiveId" clId="{8E9A9EC9-472B-4313-8C65-9136C5C8EECC}" dt="2026-02-08T04:54:44.871" v="4466" actId="47"/>
        <pc:sldMkLst>
          <pc:docMk/>
          <pc:sldMk cId="0" sldId="266"/>
        </pc:sldMkLst>
      </pc:sldChg>
      <pc:sldChg chg="addSp delSp modSp add del mod ord setBg setClrOvrMap">
        <pc:chgData name="Jason Ong" userId="d3079bc9197161f1" providerId="LiveId" clId="{8E9A9EC9-472B-4313-8C65-9136C5C8EECC}" dt="2026-02-08T04:54:46.052" v="4467" actId="47"/>
        <pc:sldMkLst>
          <pc:docMk/>
          <pc:sldMk cId="1770018111" sldId="269"/>
        </pc:sldMkLst>
      </pc:sldChg>
      <pc:sldChg chg="modSp add del mod setBg">
        <pc:chgData name="Jason Ong" userId="d3079bc9197161f1" providerId="LiveId" clId="{8E9A9EC9-472B-4313-8C65-9136C5C8EECC}" dt="2026-02-08T04:23:08.147" v="2762" actId="2696"/>
        <pc:sldMkLst>
          <pc:docMk/>
          <pc:sldMk cId="0" sldId="271"/>
        </pc:sldMkLst>
      </pc:sldChg>
      <pc:sldChg chg="delSp modSp new del mod">
        <pc:chgData name="Jason Ong" userId="d3079bc9197161f1" providerId="LiveId" clId="{8E9A9EC9-472B-4313-8C65-9136C5C8EECC}" dt="2026-02-08T04:35:20.030" v="3242" actId="47"/>
        <pc:sldMkLst>
          <pc:docMk/>
          <pc:sldMk cId="2324254243" sldId="272"/>
        </pc:sldMkLst>
      </pc:sldChg>
      <pc:sldChg chg="delSp modSp add del mod ord">
        <pc:chgData name="Jason Ong" userId="d3079bc9197161f1" providerId="LiveId" clId="{8E9A9EC9-472B-4313-8C65-9136C5C8EECC}" dt="2026-02-08T04:35:19.187" v="3241" actId="47"/>
        <pc:sldMkLst>
          <pc:docMk/>
          <pc:sldMk cId="2385202596" sldId="273"/>
        </pc:sldMkLst>
      </pc:sldChg>
      <pc:sldChg chg="addSp delSp modSp add mod ord">
        <pc:chgData name="Jason Ong" userId="d3079bc9197161f1" providerId="LiveId" clId="{8E9A9EC9-472B-4313-8C65-9136C5C8EECC}" dt="2026-02-08T04:54:15.026" v="4464" actId="14100"/>
        <pc:sldMkLst>
          <pc:docMk/>
          <pc:sldMk cId="3837445515" sldId="274"/>
        </pc:sldMkLst>
        <pc:spChg chg="add mod ord">
          <ac:chgData name="Jason Ong" userId="d3079bc9197161f1" providerId="LiveId" clId="{8E9A9EC9-472B-4313-8C65-9136C5C8EECC}" dt="2026-02-07T12:17:54.480" v="1528" actId="167"/>
          <ac:spMkLst>
            <pc:docMk/>
            <pc:sldMk cId="3837445515" sldId="274"/>
            <ac:spMk id="2" creationId="{05A05817-27AA-1925-ACD2-7249BB618EE0}"/>
          </ac:spMkLst>
        </pc:spChg>
        <pc:spChg chg="mod">
          <ac:chgData name="Jason Ong" userId="d3079bc9197161f1" providerId="LiveId" clId="{8E9A9EC9-472B-4313-8C65-9136C5C8EECC}" dt="2026-02-08T04:50:01.255" v="4015" actId="14100"/>
          <ac:spMkLst>
            <pc:docMk/>
            <pc:sldMk cId="3837445515" sldId="274"/>
            <ac:spMk id="3" creationId="{D790E45A-E416-D132-F3B3-8F16909B5BB9}"/>
          </ac:spMkLst>
        </pc:spChg>
        <pc:spChg chg="add mod">
          <ac:chgData name="Jason Ong" userId="d3079bc9197161f1" providerId="LiveId" clId="{8E9A9EC9-472B-4313-8C65-9136C5C8EECC}" dt="2026-02-08T04:50:05.482" v="4019" actId="14100"/>
          <ac:spMkLst>
            <pc:docMk/>
            <pc:sldMk cId="3837445515" sldId="274"/>
            <ac:spMk id="4" creationId="{1797890C-ADF3-01AF-3C79-02665AFE1CB4}"/>
          </ac:spMkLst>
        </pc:spChg>
        <pc:spChg chg="mod ord">
          <ac:chgData name="Jason Ong" userId="d3079bc9197161f1" providerId="LiveId" clId="{8E9A9EC9-472B-4313-8C65-9136C5C8EECC}" dt="2026-02-08T04:46:20.195" v="3929" actId="1036"/>
          <ac:spMkLst>
            <pc:docMk/>
            <pc:sldMk cId="3837445515" sldId="274"/>
            <ac:spMk id="5" creationId="{D35577B0-0EBD-C90A-E247-7641B43BDE8E}"/>
          </ac:spMkLst>
        </pc:spChg>
        <pc:spChg chg="add mod">
          <ac:chgData name="Jason Ong" userId="d3079bc9197161f1" providerId="LiveId" clId="{8E9A9EC9-472B-4313-8C65-9136C5C8EECC}" dt="2026-02-08T04:50:31.120" v="4029" actId="1076"/>
          <ac:spMkLst>
            <pc:docMk/>
            <pc:sldMk cId="3837445515" sldId="274"/>
            <ac:spMk id="6" creationId="{3D9403F9-F8C0-7653-9323-39C90E2A6440}"/>
          </ac:spMkLst>
        </pc:spChg>
        <pc:spChg chg="add mod">
          <ac:chgData name="Jason Ong" userId="d3079bc9197161f1" providerId="LiveId" clId="{8E9A9EC9-472B-4313-8C65-9136C5C8EECC}" dt="2026-02-08T04:54:15.026" v="4464" actId="14100"/>
          <ac:spMkLst>
            <pc:docMk/>
            <pc:sldMk cId="3837445515" sldId="274"/>
            <ac:spMk id="7" creationId="{2441DFB4-A2EF-F612-A4A5-66299CFB7821}"/>
          </ac:spMkLst>
        </pc:spChg>
        <pc:spChg chg="mod ord">
          <ac:chgData name="Jason Ong" userId="d3079bc9197161f1" providerId="LiveId" clId="{8E9A9EC9-472B-4313-8C65-9136C5C8EECC}" dt="2026-02-08T04:50:17.662" v="4026"/>
          <ac:spMkLst>
            <pc:docMk/>
            <pc:sldMk cId="3837445515" sldId="274"/>
            <ac:spMk id="41" creationId="{AAC03C57-967C-F25E-54C7-2E70D18F9803}"/>
          </ac:spMkLst>
        </pc:spChg>
      </pc:sldChg>
      <pc:sldChg chg="addSp delSp modSp add mod">
        <pc:chgData name="Jason Ong" userId="d3079bc9197161f1" providerId="LiveId" clId="{8E9A9EC9-472B-4313-8C65-9136C5C8EECC}" dt="2026-02-08T03:33:04.091" v="2544" actId="1038"/>
        <pc:sldMkLst>
          <pc:docMk/>
          <pc:sldMk cId="2398916068" sldId="275"/>
        </pc:sldMkLst>
        <pc:spChg chg="add mod">
          <ac:chgData name="Jason Ong" userId="d3079bc9197161f1" providerId="LiveId" clId="{8E9A9EC9-472B-4313-8C65-9136C5C8EECC}" dt="2026-02-08T02:58:18.795" v="1859" actId="1076"/>
          <ac:spMkLst>
            <pc:docMk/>
            <pc:sldMk cId="2398916068" sldId="275"/>
            <ac:spMk id="2" creationId="{49CC4DC4-42CE-E5DD-B38B-5B173AC4E552}"/>
          </ac:spMkLst>
        </pc:spChg>
        <pc:spChg chg="del mod ord">
          <ac:chgData name="Jason Ong" userId="d3079bc9197161f1" providerId="LiveId" clId="{8E9A9EC9-472B-4313-8C65-9136C5C8EECC}" dt="2026-02-08T03:13:23.554" v="2373" actId="478"/>
          <ac:spMkLst>
            <pc:docMk/>
            <pc:sldMk cId="2398916068" sldId="275"/>
            <ac:spMk id="3" creationId="{9480FA9F-6234-B7A7-0BFF-A0E2B129DF4A}"/>
          </ac:spMkLst>
        </pc:spChg>
        <pc:spChg chg="mod ord">
          <ac:chgData name="Jason Ong" userId="d3079bc9197161f1" providerId="LiveId" clId="{8E9A9EC9-472B-4313-8C65-9136C5C8EECC}" dt="2026-02-08T03:33:04.091" v="2544" actId="1038"/>
          <ac:spMkLst>
            <pc:docMk/>
            <pc:sldMk cId="2398916068" sldId="275"/>
            <ac:spMk id="5" creationId="{D9789848-6F83-4A54-D85F-5E1746823CAE}"/>
          </ac:spMkLst>
        </pc:spChg>
        <pc:spChg chg="add del mod">
          <ac:chgData name="Jason Ong" userId="d3079bc9197161f1" providerId="LiveId" clId="{8E9A9EC9-472B-4313-8C65-9136C5C8EECC}" dt="2026-02-08T03:00:55.922" v="1861" actId="478"/>
          <ac:spMkLst>
            <pc:docMk/>
            <pc:sldMk cId="2398916068" sldId="275"/>
            <ac:spMk id="8" creationId="{77CC9E70-E2DF-E9DE-2CF5-EE403C64586D}"/>
          </ac:spMkLst>
        </pc:spChg>
        <pc:spChg chg="add del mod">
          <ac:chgData name="Jason Ong" userId="d3079bc9197161f1" providerId="LiveId" clId="{8E9A9EC9-472B-4313-8C65-9136C5C8EECC}" dt="2026-02-08T03:13:27.883" v="2374" actId="478"/>
          <ac:spMkLst>
            <pc:docMk/>
            <pc:sldMk cId="2398916068" sldId="275"/>
            <ac:spMk id="9" creationId="{68CECAA5-1B19-0063-37D8-2177F9049653}"/>
          </ac:spMkLst>
        </pc:spChg>
        <pc:spChg chg="add mod">
          <ac:chgData name="Jason Ong" userId="d3079bc9197161f1" providerId="LiveId" clId="{8E9A9EC9-472B-4313-8C65-9136C5C8EECC}" dt="2026-02-08T03:32:48.381" v="2521" actId="1038"/>
          <ac:spMkLst>
            <pc:docMk/>
            <pc:sldMk cId="2398916068" sldId="275"/>
            <ac:spMk id="10" creationId="{8C6DC127-3529-4820-3903-F1D81D118C48}"/>
          </ac:spMkLst>
        </pc:spChg>
        <pc:spChg chg="del mod">
          <ac:chgData name="Jason Ong" userId="d3079bc9197161f1" providerId="LiveId" clId="{8E9A9EC9-472B-4313-8C65-9136C5C8EECC}" dt="2026-02-08T03:02:40.986" v="1871" actId="21"/>
          <ac:spMkLst>
            <pc:docMk/>
            <pc:sldMk cId="2398916068" sldId="275"/>
            <ac:spMk id="41" creationId="{1BB6E717-EEBB-3679-F61A-60C47640199D}"/>
          </ac:spMkLst>
        </pc:spChg>
        <pc:graphicFrameChg chg="add mod modGraphic">
          <ac:chgData name="Jason Ong" userId="d3079bc9197161f1" providerId="LiveId" clId="{8E9A9EC9-472B-4313-8C65-9136C5C8EECC}" dt="2026-02-08T03:32:53.145" v="2530" actId="1035"/>
          <ac:graphicFrameMkLst>
            <pc:docMk/>
            <pc:sldMk cId="2398916068" sldId="275"/>
            <ac:graphicFrameMk id="4" creationId="{FD4460CE-CB6F-8CD0-A83D-EB96C0083222}"/>
          </ac:graphicFrameMkLst>
        </pc:graphicFrameChg>
        <pc:graphicFrameChg chg="add mod">
          <ac:chgData name="Jason Ong" userId="d3079bc9197161f1" providerId="LiveId" clId="{8E9A9EC9-472B-4313-8C65-9136C5C8EECC}" dt="2026-02-08T03:05:51.697" v="1988"/>
          <ac:graphicFrameMkLst>
            <pc:docMk/>
            <pc:sldMk cId="2398916068" sldId="275"/>
            <ac:graphicFrameMk id="6" creationId="{EE9D8F77-DB4E-97BF-F65C-195338FBEE95}"/>
          </ac:graphicFrameMkLst>
        </pc:graphicFrameChg>
      </pc:sldChg>
      <pc:sldChg chg="addSp delSp modSp add mod">
        <pc:chgData name="Jason Ong" userId="d3079bc9197161f1" providerId="LiveId" clId="{8E9A9EC9-472B-4313-8C65-9136C5C8EECC}" dt="2026-02-08T04:36:49.937" v="3265" actId="1076"/>
        <pc:sldMkLst>
          <pc:docMk/>
          <pc:sldMk cId="2272208449" sldId="276"/>
        </pc:sldMkLst>
        <pc:spChg chg="del">
          <ac:chgData name="Jason Ong" userId="d3079bc9197161f1" providerId="LiveId" clId="{8E9A9EC9-472B-4313-8C65-9136C5C8EECC}" dt="2026-02-07T16:53:49.744" v="1838" actId="478"/>
          <ac:spMkLst>
            <pc:docMk/>
            <pc:sldMk cId="2272208449" sldId="276"/>
            <ac:spMk id="3" creationId="{D68DCFB4-6308-0EE5-02E3-5BF96992F6D0}"/>
          </ac:spMkLst>
        </pc:spChg>
        <pc:spChg chg="mod">
          <ac:chgData name="Jason Ong" userId="d3079bc9197161f1" providerId="LiveId" clId="{8E9A9EC9-472B-4313-8C65-9136C5C8EECC}" dt="2026-02-07T16:53:26.014" v="1837" actId="207"/>
          <ac:spMkLst>
            <pc:docMk/>
            <pc:sldMk cId="2272208449" sldId="276"/>
            <ac:spMk id="5" creationId="{44D3D2CA-734F-4495-4FA8-EEBB9B316D8A}"/>
          </ac:spMkLst>
        </pc:spChg>
        <pc:spChg chg="add del mod">
          <ac:chgData name="Jason Ong" userId="d3079bc9197161f1" providerId="LiveId" clId="{8E9A9EC9-472B-4313-8C65-9136C5C8EECC}" dt="2026-02-07T16:53:52.148" v="1839" actId="478"/>
          <ac:spMkLst>
            <pc:docMk/>
            <pc:sldMk cId="2272208449" sldId="276"/>
            <ac:spMk id="6" creationId="{3351172A-D19C-CFCF-D50F-9D3FEBD8D8FA}"/>
          </ac:spMkLst>
        </pc:spChg>
        <pc:spChg chg="add mod">
          <ac:chgData name="Jason Ong" userId="d3079bc9197161f1" providerId="LiveId" clId="{8E9A9EC9-472B-4313-8C65-9136C5C8EECC}" dt="2026-02-08T03:15:58.371" v="2427" actId="20577"/>
          <ac:spMkLst>
            <pc:docMk/>
            <pc:sldMk cId="2272208449" sldId="276"/>
            <ac:spMk id="7" creationId="{672D87DB-6A8D-869F-E3CB-04000C755009}"/>
          </ac:spMkLst>
        </pc:spChg>
        <pc:spChg chg="mod">
          <ac:chgData name="Jason Ong" userId="d3079bc9197161f1" providerId="LiveId" clId="{8E9A9EC9-472B-4313-8C65-9136C5C8EECC}" dt="2026-02-08T04:36:49.937" v="3265" actId="1076"/>
          <ac:spMkLst>
            <pc:docMk/>
            <pc:sldMk cId="2272208449" sldId="276"/>
            <ac:spMk id="8" creationId="{61C62C1B-CFD4-D761-64AE-6D7369A3AB3E}"/>
          </ac:spMkLst>
        </pc:spChg>
        <pc:spChg chg="add mod">
          <ac:chgData name="Jason Ong" userId="d3079bc9197161f1" providerId="LiveId" clId="{8E9A9EC9-472B-4313-8C65-9136C5C8EECC}" dt="2026-02-08T03:14:15.246" v="2392" actId="207"/>
          <ac:spMkLst>
            <pc:docMk/>
            <pc:sldMk cId="2272208449" sldId="276"/>
            <ac:spMk id="9" creationId="{7FD509D8-528D-BBAF-0121-DBB823F5B6C5}"/>
          </ac:spMkLst>
        </pc:spChg>
        <pc:spChg chg="add mod">
          <ac:chgData name="Jason Ong" userId="d3079bc9197161f1" providerId="LiveId" clId="{8E9A9EC9-472B-4313-8C65-9136C5C8EECC}" dt="2026-02-08T03:16:15.217" v="2428" actId="1076"/>
          <ac:spMkLst>
            <pc:docMk/>
            <pc:sldMk cId="2272208449" sldId="276"/>
            <ac:spMk id="10" creationId="{3DEA07FB-9734-0E27-84B6-6CC08E8B2045}"/>
          </ac:spMkLst>
        </pc:spChg>
        <pc:spChg chg="add mod">
          <ac:chgData name="Jason Ong" userId="d3079bc9197161f1" providerId="LiveId" clId="{8E9A9EC9-472B-4313-8C65-9136C5C8EECC}" dt="2026-02-08T03:33:56.829" v="2573" actId="2711"/>
          <ac:spMkLst>
            <pc:docMk/>
            <pc:sldMk cId="2272208449" sldId="276"/>
            <ac:spMk id="11" creationId="{13A30ED5-1361-E358-36A9-ECBA8B51C577}"/>
          </ac:spMkLst>
        </pc:spChg>
        <pc:spChg chg="add mod">
          <ac:chgData name="Jason Ong" userId="d3079bc9197161f1" providerId="LiveId" clId="{8E9A9EC9-472B-4313-8C65-9136C5C8EECC}" dt="2026-02-08T03:33:56.829" v="2573" actId="2711"/>
          <ac:spMkLst>
            <pc:docMk/>
            <pc:sldMk cId="2272208449" sldId="276"/>
            <ac:spMk id="12" creationId="{3693618A-5EB9-8933-9344-7F73C7C0F228}"/>
          </ac:spMkLst>
        </pc:spChg>
        <pc:spChg chg="add mod">
          <ac:chgData name="Jason Ong" userId="d3079bc9197161f1" providerId="LiveId" clId="{8E9A9EC9-472B-4313-8C65-9136C5C8EECC}" dt="2026-02-08T03:14:46.410" v="2397" actId="207"/>
          <ac:spMkLst>
            <pc:docMk/>
            <pc:sldMk cId="2272208449" sldId="276"/>
            <ac:spMk id="13" creationId="{66BF292C-CFA6-E977-023E-33CBA8A8FD73}"/>
          </ac:spMkLst>
        </pc:spChg>
        <pc:spChg chg="add mod">
          <ac:chgData name="Jason Ong" userId="d3079bc9197161f1" providerId="LiveId" clId="{8E9A9EC9-472B-4313-8C65-9136C5C8EECC}" dt="2026-02-08T03:16:15.217" v="2428" actId="1076"/>
          <ac:spMkLst>
            <pc:docMk/>
            <pc:sldMk cId="2272208449" sldId="276"/>
            <ac:spMk id="14" creationId="{0A6A18DA-B801-716E-7C5D-F0E211F4533C}"/>
          </ac:spMkLst>
        </pc:spChg>
        <pc:spChg chg="mod">
          <ac:chgData name="Jason Ong" userId="d3079bc9197161f1" providerId="LiveId" clId="{8E9A9EC9-472B-4313-8C65-9136C5C8EECC}" dt="2026-02-08T03:33:56.829" v="2573" actId="2711"/>
          <ac:spMkLst>
            <pc:docMk/>
            <pc:sldMk cId="2272208449" sldId="276"/>
            <ac:spMk id="15" creationId="{0D6F8D50-CB47-4402-6FD3-3B891B6D14A1}"/>
          </ac:spMkLst>
        </pc:spChg>
        <pc:spChg chg="mod">
          <ac:chgData name="Jason Ong" userId="d3079bc9197161f1" providerId="LiveId" clId="{8E9A9EC9-472B-4313-8C65-9136C5C8EECC}" dt="2026-02-08T04:22:41.483" v="2761" actId="20577"/>
          <ac:spMkLst>
            <pc:docMk/>
            <pc:sldMk cId="2272208449" sldId="276"/>
            <ac:spMk id="16" creationId="{1D8F1ACD-B9DD-9AD2-8EE0-EA3758B61F16}"/>
          </ac:spMkLst>
        </pc:spChg>
        <pc:spChg chg="mod">
          <ac:chgData name="Jason Ong" userId="d3079bc9197161f1" providerId="LiveId" clId="{8E9A9EC9-472B-4313-8C65-9136C5C8EECC}" dt="2026-02-08T03:15:05.062" v="2400" actId="207"/>
          <ac:spMkLst>
            <pc:docMk/>
            <pc:sldMk cId="2272208449" sldId="276"/>
            <ac:spMk id="17" creationId="{57C9726B-5ADE-8DD7-1891-4E4EECDC8DB4}"/>
          </ac:spMkLst>
        </pc:spChg>
        <pc:spChg chg="add mod">
          <ac:chgData name="Jason Ong" userId="d3079bc9197161f1" providerId="LiveId" clId="{8E9A9EC9-472B-4313-8C65-9136C5C8EECC}" dt="2026-02-08T03:16:15.217" v="2428" actId="1076"/>
          <ac:spMkLst>
            <pc:docMk/>
            <pc:sldMk cId="2272208449" sldId="276"/>
            <ac:spMk id="18" creationId="{B176C80C-A24D-46DF-6D2E-BD77255F9DFB}"/>
          </ac:spMkLst>
        </pc:spChg>
        <pc:spChg chg="add mod">
          <ac:chgData name="Jason Ong" userId="d3079bc9197161f1" providerId="LiveId" clId="{8E9A9EC9-472B-4313-8C65-9136C5C8EECC}" dt="2026-02-08T03:33:56.829" v="2573" actId="2711"/>
          <ac:spMkLst>
            <pc:docMk/>
            <pc:sldMk cId="2272208449" sldId="276"/>
            <ac:spMk id="19" creationId="{1A01E3CF-AEDD-ECB7-7B93-C0EE37320D95}"/>
          </ac:spMkLst>
        </pc:spChg>
        <pc:spChg chg="add mod">
          <ac:chgData name="Jason Ong" userId="d3079bc9197161f1" providerId="LiveId" clId="{8E9A9EC9-472B-4313-8C65-9136C5C8EECC}" dt="2026-02-08T03:33:56.829" v="2573" actId="2711"/>
          <ac:spMkLst>
            <pc:docMk/>
            <pc:sldMk cId="2272208449" sldId="276"/>
            <ac:spMk id="20" creationId="{F5DBCC6A-EF12-F124-AF1F-BAFBD3C6D772}"/>
          </ac:spMkLst>
        </pc:spChg>
        <pc:picChg chg="add del mod">
          <ac:chgData name="Jason Ong" userId="d3079bc9197161f1" providerId="LiveId" clId="{8E9A9EC9-472B-4313-8C65-9136C5C8EECC}" dt="2026-02-08T04:22:06.318" v="2693" actId="478"/>
          <ac:picMkLst>
            <pc:docMk/>
            <pc:sldMk cId="2272208449" sldId="276"/>
            <ac:picMk id="1026" creationId="{C076D323-C42F-A7B8-3475-ACC302F0A9C3}"/>
          </ac:picMkLst>
        </pc:picChg>
      </pc:sldChg>
      <pc:sldChg chg="addSp delSp modSp add mod ord">
        <pc:chgData name="Jason Ong" userId="d3079bc9197161f1" providerId="LiveId" clId="{8E9A9EC9-472B-4313-8C65-9136C5C8EECC}" dt="2026-02-08T05:02:22.536" v="4562" actId="1036"/>
        <pc:sldMkLst>
          <pc:docMk/>
          <pc:sldMk cId="3908483560" sldId="277"/>
        </pc:sldMkLst>
        <pc:spChg chg="add mod">
          <ac:chgData name="Jason Ong" userId="d3079bc9197161f1" providerId="LiveId" clId="{8E9A9EC9-472B-4313-8C65-9136C5C8EECC}" dt="2026-02-08T05:01:00.198" v="4537" actId="1035"/>
          <ac:spMkLst>
            <pc:docMk/>
            <pc:sldMk cId="3908483560" sldId="277"/>
            <ac:spMk id="3" creationId="{94C09961-B247-A97B-7788-B1B48B2B68CE}"/>
          </ac:spMkLst>
        </pc:spChg>
        <pc:spChg chg="add del mod">
          <ac:chgData name="Jason Ong" userId="d3079bc9197161f1" providerId="LiveId" clId="{8E9A9EC9-472B-4313-8C65-9136C5C8EECC}" dt="2026-02-08T04:37:49.036" v="3318" actId="478"/>
          <ac:spMkLst>
            <pc:docMk/>
            <pc:sldMk cId="3908483560" sldId="277"/>
            <ac:spMk id="5" creationId="{E27D901F-DEA2-26AE-7D56-27F3FC83D8BD}"/>
          </ac:spMkLst>
        </pc:spChg>
        <pc:spChg chg="add mod">
          <ac:chgData name="Jason Ong" userId="d3079bc9197161f1" providerId="LiveId" clId="{8E9A9EC9-472B-4313-8C65-9136C5C8EECC}" dt="2026-02-08T05:01:44.530" v="4541" actId="948"/>
          <ac:spMkLst>
            <pc:docMk/>
            <pc:sldMk cId="3908483560" sldId="277"/>
            <ac:spMk id="6" creationId="{E6C7FA7E-8E0E-B995-9BD0-AB3F5D2AD673}"/>
          </ac:spMkLst>
        </pc:spChg>
        <pc:spChg chg="add del mod">
          <ac:chgData name="Jason Ong" userId="d3079bc9197161f1" providerId="LiveId" clId="{8E9A9EC9-472B-4313-8C65-9136C5C8EECC}" dt="2026-02-08T04:29:10.004" v="2962" actId="478"/>
          <ac:spMkLst>
            <pc:docMk/>
            <pc:sldMk cId="3908483560" sldId="277"/>
            <ac:spMk id="7" creationId="{2FE6D634-B34F-E548-57A2-D7808B90339E}"/>
          </ac:spMkLst>
        </pc:spChg>
        <pc:spChg chg="add del mod">
          <ac:chgData name="Jason Ong" userId="d3079bc9197161f1" providerId="LiveId" clId="{8E9A9EC9-472B-4313-8C65-9136C5C8EECC}" dt="2026-02-08T04:29:06.803" v="2961" actId="478"/>
          <ac:spMkLst>
            <pc:docMk/>
            <pc:sldMk cId="3908483560" sldId="277"/>
            <ac:spMk id="8" creationId="{993BAC25-157B-8FEF-B4C4-B2DC868EDA2C}"/>
          </ac:spMkLst>
        </pc:spChg>
        <pc:spChg chg="add mod">
          <ac:chgData name="Jason Ong" userId="d3079bc9197161f1" providerId="LiveId" clId="{8E9A9EC9-472B-4313-8C65-9136C5C8EECC}" dt="2026-02-08T04:34:03.950" v="3134"/>
          <ac:spMkLst>
            <pc:docMk/>
            <pc:sldMk cId="3908483560" sldId="277"/>
            <ac:spMk id="9" creationId="{6E87B0B5-81F2-2AB0-9B2B-6CCE6A919B54}"/>
          </ac:spMkLst>
        </pc:spChg>
        <pc:spChg chg="mod">
          <ac:chgData name="Jason Ong" userId="d3079bc9197161f1" providerId="LiveId" clId="{8E9A9EC9-472B-4313-8C65-9136C5C8EECC}" dt="2026-02-08T04:28:56.409" v="2958" actId="21"/>
          <ac:spMkLst>
            <pc:docMk/>
            <pc:sldMk cId="3908483560" sldId="277"/>
            <ac:spMk id="10" creationId="{0AD55503-CBE1-C2E4-3B1D-E68C76B352FE}"/>
          </ac:spMkLst>
        </pc:spChg>
        <pc:spChg chg="add mod">
          <ac:chgData name="Jason Ong" userId="d3079bc9197161f1" providerId="LiveId" clId="{8E9A9EC9-472B-4313-8C65-9136C5C8EECC}" dt="2026-02-08T04:34:03.950" v="3134"/>
          <ac:spMkLst>
            <pc:docMk/>
            <pc:sldMk cId="3908483560" sldId="277"/>
            <ac:spMk id="11" creationId="{21AD9471-1181-B4A2-E027-503F92439558}"/>
          </ac:spMkLst>
        </pc:spChg>
        <pc:spChg chg="add mod">
          <ac:chgData name="Jason Ong" userId="d3079bc9197161f1" providerId="LiveId" clId="{8E9A9EC9-472B-4313-8C65-9136C5C8EECC}" dt="2026-02-08T04:34:03.950" v="3134"/>
          <ac:spMkLst>
            <pc:docMk/>
            <pc:sldMk cId="3908483560" sldId="277"/>
            <ac:spMk id="12" creationId="{CD910967-EDEC-2A9B-7566-5A4D519D2974}"/>
          </ac:spMkLst>
        </pc:spChg>
        <pc:spChg chg="add mod">
          <ac:chgData name="Jason Ong" userId="d3079bc9197161f1" providerId="LiveId" clId="{8E9A9EC9-472B-4313-8C65-9136C5C8EECC}" dt="2026-02-08T05:02:20.918" v="4557" actId="1036"/>
          <ac:spMkLst>
            <pc:docMk/>
            <pc:sldMk cId="3908483560" sldId="277"/>
            <ac:spMk id="13" creationId="{80F8C5AF-2186-358C-4B12-A928D44F53A0}"/>
          </ac:spMkLst>
        </pc:spChg>
        <pc:spChg chg="add mod">
          <ac:chgData name="Jason Ong" userId="d3079bc9197161f1" providerId="LiveId" clId="{8E9A9EC9-472B-4313-8C65-9136C5C8EECC}" dt="2026-02-08T05:02:22.536" v="4562" actId="1036"/>
          <ac:spMkLst>
            <pc:docMk/>
            <pc:sldMk cId="3908483560" sldId="277"/>
            <ac:spMk id="14" creationId="{6ADB5788-B601-7978-8475-438CCF56C91A}"/>
          </ac:spMkLst>
        </pc:spChg>
        <pc:spChg chg="add del mod">
          <ac:chgData name="Jason Ong" userId="d3079bc9197161f1" providerId="LiveId" clId="{8E9A9EC9-472B-4313-8C65-9136C5C8EECC}" dt="2026-02-08T04:54:38.560" v="4465" actId="478"/>
          <ac:spMkLst>
            <pc:docMk/>
            <pc:sldMk cId="3908483560" sldId="277"/>
            <ac:spMk id="15" creationId="{A4146B68-7188-1559-6D39-C825B97B0CF6}"/>
          </ac:spMkLst>
        </pc:spChg>
        <pc:spChg chg="add mod">
          <ac:chgData name="Jason Ong" userId="d3079bc9197161f1" providerId="LiveId" clId="{8E9A9EC9-472B-4313-8C65-9136C5C8EECC}" dt="2026-02-08T05:02:16.616" v="4549" actId="1036"/>
          <ac:spMkLst>
            <pc:docMk/>
            <pc:sldMk cId="3908483560" sldId="277"/>
            <ac:spMk id="16" creationId="{72094979-C6F3-6BFB-4B40-C46484D4A17C}"/>
          </ac:spMkLst>
        </pc:spChg>
        <pc:spChg chg="add mod">
          <ac:chgData name="Jason Ong" userId="d3079bc9197161f1" providerId="LiveId" clId="{8E9A9EC9-472B-4313-8C65-9136C5C8EECC}" dt="2026-02-08T05:00:52.167" v="4521" actId="1036"/>
          <ac:spMkLst>
            <pc:docMk/>
            <pc:sldMk cId="3908483560" sldId="277"/>
            <ac:spMk id="17" creationId="{A074B9F5-1CB4-CE9C-70ED-D6F19FA3CFE3}"/>
          </ac:spMkLst>
        </pc:spChg>
        <pc:graphicFrameChg chg="del mod modGraphic">
          <ac:chgData name="Jason Ong" userId="d3079bc9197161f1" providerId="LiveId" clId="{8E9A9EC9-472B-4313-8C65-9136C5C8EECC}" dt="2026-02-08T04:25:45.183" v="2829" actId="478"/>
          <ac:graphicFrameMkLst>
            <pc:docMk/>
            <pc:sldMk cId="3908483560" sldId="277"/>
            <ac:graphicFrameMk id="4" creationId="{5131E770-9A80-7909-C306-52AD9A506B66}"/>
          </ac:graphicFrameMkLst>
        </pc:graphicFrameChg>
      </pc:sldChg>
      <pc:sldMasterChg chg="delSldLayout">
        <pc:chgData name="Jason Ong" userId="d3079bc9197161f1" providerId="LiveId" clId="{8E9A9EC9-472B-4313-8C65-9136C5C8EECC}" dt="2026-02-08T04:54:44.871" v="4466" actId="47"/>
        <pc:sldMasterMkLst>
          <pc:docMk/>
          <pc:sldMasterMk cId="483407554" sldId="2147483648"/>
        </pc:sldMasterMkLst>
        <pc:sldLayoutChg chg="del">
          <pc:chgData name="Jason Ong" userId="d3079bc9197161f1" providerId="LiveId" clId="{8E9A9EC9-472B-4313-8C65-9136C5C8EECC}" dt="2026-02-08T04:54:44.871" v="4466" actId="47"/>
          <pc:sldLayoutMkLst>
            <pc:docMk/>
            <pc:sldMasterMk cId="483407554" sldId="2147483648"/>
            <pc:sldLayoutMk cId="796584583" sldId="214748366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2A1DB3-697D-4295-8D0F-6F078F7F0E9E}" type="datetimeFigureOut">
              <a:rPr lang="en-SG" smtClean="0"/>
              <a:t>8/2/2026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8D3AEF-E2CE-4068-AAD3-7E1D17BC540D}" type="slidenum">
              <a:rPr lang="en-SG" smtClean="0"/>
              <a:t>‹#›</a:t>
            </a:fld>
            <a:endParaRPr lang="en-SG"/>
          </a:p>
        </p:txBody>
      </p:sp>
    </p:spTree>
    <p:extLst>
      <p:ext uri="{BB962C8B-B14F-4D97-AF65-F5344CB8AC3E}">
        <p14:creationId xmlns:p14="http://schemas.microsoft.com/office/powerpoint/2010/main" val="3109549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DBAD9-2D4D-49CC-23DC-63F6A741C0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CBB7FF3F-6E9E-E7AE-14DA-5F2B0EA175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612A8438-F7ED-3016-2108-1F1AFF6010C9}"/>
              </a:ext>
            </a:extLst>
          </p:cNvPr>
          <p:cNvSpPr>
            <a:spLocks noGrp="1"/>
          </p:cNvSpPr>
          <p:nvPr>
            <p:ph type="dt" sz="half" idx="10"/>
          </p:nvPr>
        </p:nvSpPr>
        <p:spPr/>
        <p:txBody>
          <a:bodyPr/>
          <a:lstStyle/>
          <a:p>
            <a:fld id="{960B8BD1-E304-4929-BE52-C675953E7211}" type="datetimeFigureOut">
              <a:rPr lang="en-SG" smtClean="0"/>
              <a:t>8/2/2026</a:t>
            </a:fld>
            <a:endParaRPr lang="en-SG"/>
          </a:p>
        </p:txBody>
      </p:sp>
      <p:sp>
        <p:nvSpPr>
          <p:cNvPr id="5" name="Footer Placeholder 4">
            <a:extLst>
              <a:ext uri="{FF2B5EF4-FFF2-40B4-BE49-F238E27FC236}">
                <a16:creationId xmlns:a16="http://schemas.microsoft.com/office/drawing/2014/main" id="{B816BBBE-BE55-EE8B-23A2-B44D0B8B0D00}"/>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AA8DDB65-142A-D09F-FBCA-F606633ED4B1}"/>
              </a:ext>
            </a:extLst>
          </p:cNvPr>
          <p:cNvSpPr>
            <a:spLocks noGrp="1"/>
          </p:cNvSpPr>
          <p:nvPr>
            <p:ph type="sldNum" sz="quarter" idx="12"/>
          </p:nvPr>
        </p:nvSpPr>
        <p:spPr/>
        <p:txBody>
          <a:bodyPr/>
          <a:lstStyle/>
          <a:p>
            <a:fld id="{7D6A3AA3-66C2-4A64-87EA-827F7BAB3481}" type="slidenum">
              <a:rPr lang="en-SG" smtClean="0"/>
              <a:t>‹#›</a:t>
            </a:fld>
            <a:endParaRPr lang="en-SG"/>
          </a:p>
        </p:txBody>
      </p:sp>
    </p:spTree>
    <p:extLst>
      <p:ext uri="{BB962C8B-B14F-4D97-AF65-F5344CB8AC3E}">
        <p14:creationId xmlns:p14="http://schemas.microsoft.com/office/powerpoint/2010/main" val="3468518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942E7-4C73-422F-DB99-DDFC7065E122}"/>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848F443F-5B86-C512-B28E-60A6626950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94BF902-FD94-47C5-A273-AF5DB6C47F03}"/>
              </a:ext>
            </a:extLst>
          </p:cNvPr>
          <p:cNvSpPr>
            <a:spLocks noGrp="1"/>
          </p:cNvSpPr>
          <p:nvPr>
            <p:ph type="dt" sz="half" idx="10"/>
          </p:nvPr>
        </p:nvSpPr>
        <p:spPr/>
        <p:txBody>
          <a:bodyPr/>
          <a:lstStyle/>
          <a:p>
            <a:fld id="{960B8BD1-E304-4929-BE52-C675953E7211}" type="datetimeFigureOut">
              <a:rPr lang="en-SG" smtClean="0"/>
              <a:t>8/2/2026</a:t>
            </a:fld>
            <a:endParaRPr lang="en-SG"/>
          </a:p>
        </p:txBody>
      </p:sp>
      <p:sp>
        <p:nvSpPr>
          <p:cNvPr id="5" name="Footer Placeholder 4">
            <a:extLst>
              <a:ext uri="{FF2B5EF4-FFF2-40B4-BE49-F238E27FC236}">
                <a16:creationId xmlns:a16="http://schemas.microsoft.com/office/drawing/2014/main" id="{274C05D0-0F96-60E2-A191-2CD970085597}"/>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9A3545DB-BC87-8DF2-C41D-9216E0FBFD6B}"/>
              </a:ext>
            </a:extLst>
          </p:cNvPr>
          <p:cNvSpPr>
            <a:spLocks noGrp="1"/>
          </p:cNvSpPr>
          <p:nvPr>
            <p:ph type="sldNum" sz="quarter" idx="12"/>
          </p:nvPr>
        </p:nvSpPr>
        <p:spPr/>
        <p:txBody>
          <a:bodyPr/>
          <a:lstStyle/>
          <a:p>
            <a:fld id="{7D6A3AA3-66C2-4A64-87EA-827F7BAB3481}" type="slidenum">
              <a:rPr lang="en-SG" smtClean="0"/>
              <a:t>‹#›</a:t>
            </a:fld>
            <a:endParaRPr lang="en-SG"/>
          </a:p>
        </p:txBody>
      </p:sp>
    </p:spTree>
    <p:extLst>
      <p:ext uri="{BB962C8B-B14F-4D97-AF65-F5344CB8AC3E}">
        <p14:creationId xmlns:p14="http://schemas.microsoft.com/office/powerpoint/2010/main" val="9402817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EAD4A-DF02-03F8-9E0E-144C136366C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EA222417-8F12-8BBE-C56B-6C6710A062B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C1D8D6-6E2C-E3F5-224F-5536768A401D}"/>
              </a:ext>
            </a:extLst>
          </p:cNvPr>
          <p:cNvSpPr>
            <a:spLocks noGrp="1"/>
          </p:cNvSpPr>
          <p:nvPr>
            <p:ph type="dt" sz="half" idx="10"/>
          </p:nvPr>
        </p:nvSpPr>
        <p:spPr/>
        <p:txBody>
          <a:bodyPr/>
          <a:lstStyle/>
          <a:p>
            <a:fld id="{960B8BD1-E304-4929-BE52-C675953E7211}" type="datetimeFigureOut">
              <a:rPr lang="en-SG" smtClean="0"/>
              <a:t>8/2/2026</a:t>
            </a:fld>
            <a:endParaRPr lang="en-SG"/>
          </a:p>
        </p:txBody>
      </p:sp>
      <p:sp>
        <p:nvSpPr>
          <p:cNvPr id="5" name="Footer Placeholder 4">
            <a:extLst>
              <a:ext uri="{FF2B5EF4-FFF2-40B4-BE49-F238E27FC236}">
                <a16:creationId xmlns:a16="http://schemas.microsoft.com/office/drawing/2014/main" id="{D1610764-9DCB-9ED8-CE59-76CC5914A254}"/>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6047ED8B-2FD5-68BB-FE63-DB0AFC4CD33A}"/>
              </a:ext>
            </a:extLst>
          </p:cNvPr>
          <p:cNvSpPr>
            <a:spLocks noGrp="1"/>
          </p:cNvSpPr>
          <p:nvPr>
            <p:ph type="sldNum" sz="quarter" idx="12"/>
          </p:nvPr>
        </p:nvSpPr>
        <p:spPr/>
        <p:txBody>
          <a:bodyPr/>
          <a:lstStyle/>
          <a:p>
            <a:fld id="{7D6A3AA3-66C2-4A64-87EA-827F7BAB3481}" type="slidenum">
              <a:rPr lang="en-SG" smtClean="0"/>
              <a:t>‹#›</a:t>
            </a:fld>
            <a:endParaRPr lang="en-SG"/>
          </a:p>
        </p:txBody>
      </p:sp>
    </p:spTree>
    <p:extLst>
      <p:ext uri="{BB962C8B-B14F-4D97-AF65-F5344CB8AC3E}">
        <p14:creationId xmlns:p14="http://schemas.microsoft.com/office/powerpoint/2010/main" val="3879493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F3E6A-DBA1-F7B7-5C29-DE4B59F77A22}"/>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4CB9DA6C-DF84-D0CF-3615-9D6C9322095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40784D78-E515-08AD-CAFD-B0570C55878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A4CCAFAA-820A-79FA-57F5-57210DDE0E7A}"/>
              </a:ext>
            </a:extLst>
          </p:cNvPr>
          <p:cNvSpPr>
            <a:spLocks noGrp="1"/>
          </p:cNvSpPr>
          <p:nvPr>
            <p:ph type="dt" sz="half" idx="10"/>
          </p:nvPr>
        </p:nvSpPr>
        <p:spPr/>
        <p:txBody>
          <a:bodyPr/>
          <a:lstStyle/>
          <a:p>
            <a:fld id="{960B8BD1-E304-4929-BE52-C675953E7211}" type="datetimeFigureOut">
              <a:rPr lang="en-SG" smtClean="0"/>
              <a:t>8/2/2026</a:t>
            </a:fld>
            <a:endParaRPr lang="en-SG"/>
          </a:p>
        </p:txBody>
      </p:sp>
      <p:sp>
        <p:nvSpPr>
          <p:cNvPr id="6" name="Footer Placeholder 5">
            <a:extLst>
              <a:ext uri="{FF2B5EF4-FFF2-40B4-BE49-F238E27FC236}">
                <a16:creationId xmlns:a16="http://schemas.microsoft.com/office/drawing/2014/main" id="{ECEF2BE6-E533-2404-4D13-724120BAED03}"/>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929AC246-F174-7E6F-A5AF-CF5679514AED}"/>
              </a:ext>
            </a:extLst>
          </p:cNvPr>
          <p:cNvSpPr>
            <a:spLocks noGrp="1"/>
          </p:cNvSpPr>
          <p:nvPr>
            <p:ph type="sldNum" sz="quarter" idx="12"/>
          </p:nvPr>
        </p:nvSpPr>
        <p:spPr/>
        <p:txBody>
          <a:bodyPr/>
          <a:lstStyle/>
          <a:p>
            <a:fld id="{7D6A3AA3-66C2-4A64-87EA-827F7BAB3481}" type="slidenum">
              <a:rPr lang="en-SG" smtClean="0"/>
              <a:t>‹#›</a:t>
            </a:fld>
            <a:endParaRPr lang="en-SG"/>
          </a:p>
        </p:txBody>
      </p:sp>
    </p:spTree>
    <p:extLst>
      <p:ext uri="{BB962C8B-B14F-4D97-AF65-F5344CB8AC3E}">
        <p14:creationId xmlns:p14="http://schemas.microsoft.com/office/powerpoint/2010/main" val="1114327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A9CA1-970E-1BA2-1C64-04FE66F7F2AA}"/>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D2DBFFE7-3595-B00B-EDE9-0C817411B1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56C2EC-824D-89EA-5EDD-DFAA11261F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5AF8969D-EE4C-C985-B061-A49D97472B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A359A6-FC0F-4873-AF77-07BEC63491D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5E0EC7B7-DB72-EC2B-AB13-6C1573B05104}"/>
              </a:ext>
            </a:extLst>
          </p:cNvPr>
          <p:cNvSpPr>
            <a:spLocks noGrp="1"/>
          </p:cNvSpPr>
          <p:nvPr>
            <p:ph type="dt" sz="half" idx="10"/>
          </p:nvPr>
        </p:nvSpPr>
        <p:spPr/>
        <p:txBody>
          <a:bodyPr/>
          <a:lstStyle/>
          <a:p>
            <a:fld id="{960B8BD1-E304-4929-BE52-C675953E7211}" type="datetimeFigureOut">
              <a:rPr lang="en-SG" smtClean="0"/>
              <a:t>8/2/2026</a:t>
            </a:fld>
            <a:endParaRPr lang="en-SG"/>
          </a:p>
        </p:txBody>
      </p:sp>
      <p:sp>
        <p:nvSpPr>
          <p:cNvPr id="8" name="Footer Placeholder 7">
            <a:extLst>
              <a:ext uri="{FF2B5EF4-FFF2-40B4-BE49-F238E27FC236}">
                <a16:creationId xmlns:a16="http://schemas.microsoft.com/office/drawing/2014/main" id="{12785626-D5D1-BFD4-FE57-ECAFF7869A49}"/>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D5F7544A-B6AD-0A1F-BDA3-F2B673F9D381}"/>
              </a:ext>
            </a:extLst>
          </p:cNvPr>
          <p:cNvSpPr>
            <a:spLocks noGrp="1"/>
          </p:cNvSpPr>
          <p:nvPr>
            <p:ph type="sldNum" sz="quarter" idx="12"/>
          </p:nvPr>
        </p:nvSpPr>
        <p:spPr/>
        <p:txBody>
          <a:bodyPr/>
          <a:lstStyle/>
          <a:p>
            <a:fld id="{7D6A3AA3-66C2-4A64-87EA-827F7BAB3481}" type="slidenum">
              <a:rPr lang="en-SG" smtClean="0"/>
              <a:t>‹#›</a:t>
            </a:fld>
            <a:endParaRPr lang="en-SG"/>
          </a:p>
        </p:txBody>
      </p:sp>
    </p:spTree>
    <p:extLst>
      <p:ext uri="{BB962C8B-B14F-4D97-AF65-F5344CB8AC3E}">
        <p14:creationId xmlns:p14="http://schemas.microsoft.com/office/powerpoint/2010/main" val="35420142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DE7E3-93F2-3363-664E-DA7181D24D1F}"/>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BF57604A-17E8-BA1A-F623-D70448ED2B54}"/>
              </a:ext>
            </a:extLst>
          </p:cNvPr>
          <p:cNvSpPr>
            <a:spLocks noGrp="1"/>
          </p:cNvSpPr>
          <p:nvPr>
            <p:ph type="dt" sz="half" idx="10"/>
          </p:nvPr>
        </p:nvSpPr>
        <p:spPr/>
        <p:txBody>
          <a:bodyPr/>
          <a:lstStyle/>
          <a:p>
            <a:fld id="{960B8BD1-E304-4929-BE52-C675953E7211}" type="datetimeFigureOut">
              <a:rPr lang="en-SG" smtClean="0"/>
              <a:t>8/2/2026</a:t>
            </a:fld>
            <a:endParaRPr lang="en-SG"/>
          </a:p>
        </p:txBody>
      </p:sp>
      <p:sp>
        <p:nvSpPr>
          <p:cNvPr id="4" name="Footer Placeholder 3">
            <a:extLst>
              <a:ext uri="{FF2B5EF4-FFF2-40B4-BE49-F238E27FC236}">
                <a16:creationId xmlns:a16="http://schemas.microsoft.com/office/drawing/2014/main" id="{38595671-05C3-48F6-83C5-21E9BE230325}"/>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6401A8AA-B899-6755-EEF5-0942E225A746}"/>
              </a:ext>
            </a:extLst>
          </p:cNvPr>
          <p:cNvSpPr>
            <a:spLocks noGrp="1"/>
          </p:cNvSpPr>
          <p:nvPr>
            <p:ph type="sldNum" sz="quarter" idx="12"/>
          </p:nvPr>
        </p:nvSpPr>
        <p:spPr/>
        <p:txBody>
          <a:bodyPr/>
          <a:lstStyle/>
          <a:p>
            <a:fld id="{7D6A3AA3-66C2-4A64-87EA-827F7BAB3481}" type="slidenum">
              <a:rPr lang="en-SG" smtClean="0"/>
              <a:t>‹#›</a:t>
            </a:fld>
            <a:endParaRPr lang="en-SG"/>
          </a:p>
        </p:txBody>
      </p:sp>
    </p:spTree>
    <p:extLst>
      <p:ext uri="{BB962C8B-B14F-4D97-AF65-F5344CB8AC3E}">
        <p14:creationId xmlns:p14="http://schemas.microsoft.com/office/powerpoint/2010/main" val="2944890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C0A5C3-24F2-4776-8742-8B4819C32586}"/>
              </a:ext>
            </a:extLst>
          </p:cNvPr>
          <p:cNvSpPr>
            <a:spLocks noGrp="1"/>
          </p:cNvSpPr>
          <p:nvPr>
            <p:ph type="dt" sz="half" idx="10"/>
          </p:nvPr>
        </p:nvSpPr>
        <p:spPr/>
        <p:txBody>
          <a:bodyPr/>
          <a:lstStyle/>
          <a:p>
            <a:fld id="{960B8BD1-E304-4929-BE52-C675953E7211}" type="datetimeFigureOut">
              <a:rPr lang="en-SG" smtClean="0"/>
              <a:t>8/2/2026</a:t>
            </a:fld>
            <a:endParaRPr lang="en-SG"/>
          </a:p>
        </p:txBody>
      </p:sp>
      <p:sp>
        <p:nvSpPr>
          <p:cNvPr id="3" name="Footer Placeholder 2">
            <a:extLst>
              <a:ext uri="{FF2B5EF4-FFF2-40B4-BE49-F238E27FC236}">
                <a16:creationId xmlns:a16="http://schemas.microsoft.com/office/drawing/2014/main" id="{A31C57B6-91BC-1B5A-880A-F2FB31A191AA}"/>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A446FF6E-4DCF-5750-22D3-6DA5D380AEC6}"/>
              </a:ext>
            </a:extLst>
          </p:cNvPr>
          <p:cNvSpPr>
            <a:spLocks noGrp="1"/>
          </p:cNvSpPr>
          <p:nvPr>
            <p:ph type="sldNum" sz="quarter" idx="12"/>
          </p:nvPr>
        </p:nvSpPr>
        <p:spPr/>
        <p:txBody>
          <a:bodyPr/>
          <a:lstStyle/>
          <a:p>
            <a:fld id="{7D6A3AA3-66C2-4A64-87EA-827F7BAB3481}" type="slidenum">
              <a:rPr lang="en-SG" smtClean="0"/>
              <a:t>‹#›</a:t>
            </a:fld>
            <a:endParaRPr lang="en-SG"/>
          </a:p>
        </p:txBody>
      </p:sp>
    </p:spTree>
    <p:extLst>
      <p:ext uri="{BB962C8B-B14F-4D97-AF65-F5344CB8AC3E}">
        <p14:creationId xmlns:p14="http://schemas.microsoft.com/office/powerpoint/2010/main" val="1383798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B1D1C-7A8D-9D58-B651-D17CBC0FD4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41DA50C5-3088-E8D8-E55F-B6CC6B0E1F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D917DF50-B258-F3DC-5B0B-2234AB4276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99A96E-D2BE-E39F-86DF-BBB4E0915F6A}"/>
              </a:ext>
            </a:extLst>
          </p:cNvPr>
          <p:cNvSpPr>
            <a:spLocks noGrp="1"/>
          </p:cNvSpPr>
          <p:nvPr>
            <p:ph type="dt" sz="half" idx="10"/>
          </p:nvPr>
        </p:nvSpPr>
        <p:spPr/>
        <p:txBody>
          <a:bodyPr/>
          <a:lstStyle/>
          <a:p>
            <a:fld id="{960B8BD1-E304-4929-BE52-C675953E7211}" type="datetimeFigureOut">
              <a:rPr lang="en-SG" smtClean="0"/>
              <a:t>8/2/2026</a:t>
            </a:fld>
            <a:endParaRPr lang="en-SG"/>
          </a:p>
        </p:txBody>
      </p:sp>
      <p:sp>
        <p:nvSpPr>
          <p:cNvPr id="6" name="Footer Placeholder 5">
            <a:extLst>
              <a:ext uri="{FF2B5EF4-FFF2-40B4-BE49-F238E27FC236}">
                <a16:creationId xmlns:a16="http://schemas.microsoft.com/office/drawing/2014/main" id="{80001988-B787-6A9D-000B-C280C0F9E8D4}"/>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B2AD8BE2-3ADB-26FB-F003-B6A65AFB27F1}"/>
              </a:ext>
            </a:extLst>
          </p:cNvPr>
          <p:cNvSpPr>
            <a:spLocks noGrp="1"/>
          </p:cNvSpPr>
          <p:nvPr>
            <p:ph type="sldNum" sz="quarter" idx="12"/>
          </p:nvPr>
        </p:nvSpPr>
        <p:spPr/>
        <p:txBody>
          <a:bodyPr/>
          <a:lstStyle/>
          <a:p>
            <a:fld id="{7D6A3AA3-66C2-4A64-87EA-827F7BAB3481}" type="slidenum">
              <a:rPr lang="en-SG" smtClean="0"/>
              <a:t>‹#›</a:t>
            </a:fld>
            <a:endParaRPr lang="en-SG"/>
          </a:p>
        </p:txBody>
      </p:sp>
    </p:spTree>
    <p:extLst>
      <p:ext uri="{BB962C8B-B14F-4D97-AF65-F5344CB8AC3E}">
        <p14:creationId xmlns:p14="http://schemas.microsoft.com/office/powerpoint/2010/main" val="23132565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08DFF-8C66-E9B7-9105-821A178970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43DCA63A-E469-803B-5715-8D354DCBF9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84D986B0-F50F-E73E-A41E-4E5492F99F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A34F19-C555-B1E6-E499-1766338D66AF}"/>
              </a:ext>
            </a:extLst>
          </p:cNvPr>
          <p:cNvSpPr>
            <a:spLocks noGrp="1"/>
          </p:cNvSpPr>
          <p:nvPr>
            <p:ph type="dt" sz="half" idx="10"/>
          </p:nvPr>
        </p:nvSpPr>
        <p:spPr/>
        <p:txBody>
          <a:bodyPr/>
          <a:lstStyle/>
          <a:p>
            <a:fld id="{960B8BD1-E304-4929-BE52-C675953E7211}" type="datetimeFigureOut">
              <a:rPr lang="en-SG" smtClean="0"/>
              <a:t>8/2/2026</a:t>
            </a:fld>
            <a:endParaRPr lang="en-SG"/>
          </a:p>
        </p:txBody>
      </p:sp>
      <p:sp>
        <p:nvSpPr>
          <p:cNvPr id="6" name="Footer Placeholder 5">
            <a:extLst>
              <a:ext uri="{FF2B5EF4-FFF2-40B4-BE49-F238E27FC236}">
                <a16:creationId xmlns:a16="http://schemas.microsoft.com/office/drawing/2014/main" id="{4D8A5B6C-DA98-F657-BE8E-792864BAC5A9}"/>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BDAC3878-E569-8CE2-04CF-B39C199DD4CA}"/>
              </a:ext>
            </a:extLst>
          </p:cNvPr>
          <p:cNvSpPr>
            <a:spLocks noGrp="1"/>
          </p:cNvSpPr>
          <p:nvPr>
            <p:ph type="sldNum" sz="quarter" idx="12"/>
          </p:nvPr>
        </p:nvSpPr>
        <p:spPr/>
        <p:txBody>
          <a:bodyPr/>
          <a:lstStyle/>
          <a:p>
            <a:fld id="{7D6A3AA3-66C2-4A64-87EA-827F7BAB3481}" type="slidenum">
              <a:rPr lang="en-SG" smtClean="0"/>
              <a:t>‹#›</a:t>
            </a:fld>
            <a:endParaRPr lang="en-SG"/>
          </a:p>
        </p:txBody>
      </p:sp>
    </p:spTree>
    <p:extLst>
      <p:ext uri="{BB962C8B-B14F-4D97-AF65-F5344CB8AC3E}">
        <p14:creationId xmlns:p14="http://schemas.microsoft.com/office/powerpoint/2010/main" val="2356069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9F953-071E-9A68-C3AA-9FB6EDAEF287}"/>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A6039D13-D997-E033-BE28-9E3EF2FBAD9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193548E2-7E15-FBF2-FAA6-2FE2FB84B147}"/>
              </a:ext>
            </a:extLst>
          </p:cNvPr>
          <p:cNvSpPr>
            <a:spLocks noGrp="1"/>
          </p:cNvSpPr>
          <p:nvPr>
            <p:ph type="dt" sz="half" idx="10"/>
          </p:nvPr>
        </p:nvSpPr>
        <p:spPr/>
        <p:txBody>
          <a:bodyPr/>
          <a:lstStyle/>
          <a:p>
            <a:fld id="{960B8BD1-E304-4929-BE52-C675953E7211}" type="datetimeFigureOut">
              <a:rPr lang="en-SG" smtClean="0"/>
              <a:t>8/2/2026</a:t>
            </a:fld>
            <a:endParaRPr lang="en-SG"/>
          </a:p>
        </p:txBody>
      </p:sp>
      <p:sp>
        <p:nvSpPr>
          <p:cNvPr id="5" name="Footer Placeholder 4">
            <a:extLst>
              <a:ext uri="{FF2B5EF4-FFF2-40B4-BE49-F238E27FC236}">
                <a16:creationId xmlns:a16="http://schemas.microsoft.com/office/drawing/2014/main" id="{43E00D6C-5C88-CDB8-F6B9-961A9B1498C9}"/>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139981B8-D528-A816-18D7-206FAA9D4260}"/>
              </a:ext>
            </a:extLst>
          </p:cNvPr>
          <p:cNvSpPr>
            <a:spLocks noGrp="1"/>
          </p:cNvSpPr>
          <p:nvPr>
            <p:ph type="sldNum" sz="quarter" idx="12"/>
          </p:nvPr>
        </p:nvSpPr>
        <p:spPr/>
        <p:txBody>
          <a:bodyPr/>
          <a:lstStyle/>
          <a:p>
            <a:fld id="{7D6A3AA3-66C2-4A64-87EA-827F7BAB3481}" type="slidenum">
              <a:rPr lang="en-SG" smtClean="0"/>
              <a:t>‹#›</a:t>
            </a:fld>
            <a:endParaRPr lang="en-SG"/>
          </a:p>
        </p:txBody>
      </p:sp>
    </p:spTree>
    <p:extLst>
      <p:ext uri="{BB962C8B-B14F-4D97-AF65-F5344CB8AC3E}">
        <p14:creationId xmlns:p14="http://schemas.microsoft.com/office/powerpoint/2010/main" val="3413319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E1BB94-9DD5-BDED-E5CE-7DC6F7A70FE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CBB66297-9015-5B87-0F2C-8DD26EB586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E083E72C-6B99-689C-8093-05E990A70E3E}"/>
              </a:ext>
            </a:extLst>
          </p:cNvPr>
          <p:cNvSpPr>
            <a:spLocks noGrp="1"/>
          </p:cNvSpPr>
          <p:nvPr>
            <p:ph type="dt" sz="half" idx="10"/>
          </p:nvPr>
        </p:nvSpPr>
        <p:spPr/>
        <p:txBody>
          <a:bodyPr/>
          <a:lstStyle/>
          <a:p>
            <a:fld id="{960B8BD1-E304-4929-BE52-C675953E7211}" type="datetimeFigureOut">
              <a:rPr lang="en-SG" smtClean="0"/>
              <a:t>8/2/2026</a:t>
            </a:fld>
            <a:endParaRPr lang="en-SG"/>
          </a:p>
        </p:txBody>
      </p:sp>
      <p:sp>
        <p:nvSpPr>
          <p:cNvPr id="5" name="Footer Placeholder 4">
            <a:extLst>
              <a:ext uri="{FF2B5EF4-FFF2-40B4-BE49-F238E27FC236}">
                <a16:creationId xmlns:a16="http://schemas.microsoft.com/office/drawing/2014/main" id="{8C4B610D-CA78-5C08-A27A-E7742C42853C}"/>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FBC8CF6-C5FB-F0E8-ED8C-228451064008}"/>
              </a:ext>
            </a:extLst>
          </p:cNvPr>
          <p:cNvSpPr>
            <a:spLocks noGrp="1"/>
          </p:cNvSpPr>
          <p:nvPr>
            <p:ph type="sldNum" sz="quarter" idx="12"/>
          </p:nvPr>
        </p:nvSpPr>
        <p:spPr/>
        <p:txBody>
          <a:bodyPr/>
          <a:lstStyle/>
          <a:p>
            <a:fld id="{7D6A3AA3-66C2-4A64-87EA-827F7BAB3481}" type="slidenum">
              <a:rPr lang="en-SG" smtClean="0"/>
              <a:t>‹#›</a:t>
            </a:fld>
            <a:endParaRPr lang="en-SG"/>
          </a:p>
        </p:txBody>
      </p:sp>
    </p:spTree>
    <p:extLst>
      <p:ext uri="{BB962C8B-B14F-4D97-AF65-F5344CB8AC3E}">
        <p14:creationId xmlns:p14="http://schemas.microsoft.com/office/powerpoint/2010/main" val="1620026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B926EC-0A43-DBC1-2891-CB0527CB9D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F827CEDB-F48B-83EA-5EB2-C96EF090D1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CDEAC41C-7D10-99F9-A246-5E1F258A10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60B8BD1-E304-4929-BE52-C675953E7211}" type="datetimeFigureOut">
              <a:rPr lang="en-SG" smtClean="0"/>
              <a:t>8/2/2026</a:t>
            </a:fld>
            <a:endParaRPr lang="en-SG"/>
          </a:p>
        </p:txBody>
      </p:sp>
      <p:sp>
        <p:nvSpPr>
          <p:cNvPr id="5" name="Footer Placeholder 4">
            <a:extLst>
              <a:ext uri="{FF2B5EF4-FFF2-40B4-BE49-F238E27FC236}">
                <a16:creationId xmlns:a16="http://schemas.microsoft.com/office/drawing/2014/main" id="{4D84E63E-D4C4-F2F2-6059-9FD24B3988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7A6146E5-F180-83FF-A7DA-C7D6E7D9EA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D6A3AA3-66C2-4A64-87EA-827F7BAB3481}" type="slidenum">
              <a:rPr lang="en-SG" smtClean="0"/>
              <a:t>‹#›</a:t>
            </a:fld>
            <a:endParaRPr lang="en-SG"/>
          </a:p>
        </p:txBody>
      </p:sp>
    </p:spTree>
    <p:extLst>
      <p:ext uri="{BB962C8B-B14F-4D97-AF65-F5344CB8AC3E}">
        <p14:creationId xmlns:p14="http://schemas.microsoft.com/office/powerpoint/2010/main" val="4834075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www.google.com/search?q=http://t.me/GardensByTheBay_Bot" TargetMode="External"/><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2C012D94-B367-B4AC-654E-128B9F2F6D98}"/>
              </a:ext>
            </a:extLst>
          </p:cNvPr>
          <p:cNvPicPr>
            <a:picLocks noGrp="1"/>
          </p:cNvPicPr>
          <p:nvPr>
            <p:ph idx="1"/>
          </p:nvPr>
        </p:nvPicPr>
        <p:blipFill>
          <a:blip r:embed="rId2"/>
          <a:srcRect t="10693" b="4737"/>
          <a:stretch>
            <a:fillRect/>
          </a:stretch>
        </p:blipFill>
        <p:spPr>
          <a:xfrm>
            <a:off x="0" y="0"/>
            <a:ext cx="12188952" cy="6858000"/>
          </a:xfrm>
          <a:prstGeom prst="rect">
            <a:avLst/>
          </a:prstGeom>
        </p:spPr>
      </p:pic>
      <p:sp>
        <p:nvSpPr>
          <p:cNvPr id="6" name="Title 1">
            <a:extLst>
              <a:ext uri="{FF2B5EF4-FFF2-40B4-BE49-F238E27FC236}">
                <a16:creationId xmlns:a16="http://schemas.microsoft.com/office/drawing/2014/main" id="{E35969AD-48F0-ABE8-AB2A-139CC8196215}"/>
              </a:ext>
            </a:extLst>
          </p:cNvPr>
          <p:cNvSpPr txBox="1">
            <a:spLocks/>
          </p:cNvSpPr>
          <p:nvPr/>
        </p:nvSpPr>
        <p:spPr>
          <a:xfrm>
            <a:off x="3280392" y="3118440"/>
            <a:ext cx="5500572" cy="3245146"/>
          </a:xfrm>
          <a:prstGeom prst="rect">
            <a:avLst/>
          </a:prstGeom>
          <a:solidFill>
            <a:schemeClr val="bg1">
              <a:lumMod val="50000"/>
              <a:alpha val="30000"/>
            </a:schemeClr>
          </a:solidFill>
          <a:ln>
            <a:noFill/>
          </a:ln>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SG" sz="5200" dirty="0">
                <a:solidFill>
                  <a:schemeClr val="bg1">
                    <a:lumMod val="95000"/>
                  </a:schemeClr>
                </a:solidFill>
              </a:rPr>
              <a:t>Gardens by the Bay</a:t>
            </a:r>
          </a:p>
          <a:p>
            <a:pPr algn="ctr"/>
            <a:r>
              <a:rPr lang="en-SG" sz="3200" dirty="0" err="1">
                <a:solidFill>
                  <a:schemeClr val="bg1">
                    <a:lumMod val="95000"/>
                  </a:schemeClr>
                </a:solidFill>
              </a:rPr>
              <a:t>Dialogflow</a:t>
            </a:r>
            <a:r>
              <a:rPr lang="en-SG" sz="3200" dirty="0">
                <a:solidFill>
                  <a:schemeClr val="bg1">
                    <a:lumMod val="95000"/>
                  </a:schemeClr>
                </a:solidFill>
              </a:rPr>
              <a:t> Chatbot </a:t>
            </a:r>
            <a:endParaRPr lang="en-SG" sz="5200" dirty="0">
              <a:solidFill>
                <a:schemeClr val="bg1">
                  <a:lumMod val="95000"/>
                </a:schemeClr>
              </a:solidFill>
            </a:endParaRPr>
          </a:p>
        </p:txBody>
      </p:sp>
      <p:sp>
        <p:nvSpPr>
          <p:cNvPr id="2" name="Content Placeholder 8">
            <a:extLst>
              <a:ext uri="{FF2B5EF4-FFF2-40B4-BE49-F238E27FC236}">
                <a16:creationId xmlns:a16="http://schemas.microsoft.com/office/drawing/2014/main" id="{380204A9-0599-F3BC-CF4E-0957EA040B42}"/>
              </a:ext>
            </a:extLst>
          </p:cNvPr>
          <p:cNvSpPr txBox="1">
            <a:spLocks/>
          </p:cNvSpPr>
          <p:nvPr/>
        </p:nvSpPr>
        <p:spPr>
          <a:xfrm>
            <a:off x="-127596" y="5446528"/>
            <a:ext cx="5500572" cy="1411472"/>
          </a:xfrm>
          <a:prstGeom prst="rect">
            <a:avLst/>
          </a:prstGeom>
        </p:spPr>
        <p:txBody>
          <a:bodyPr vert="horz" lIns="91440" tIns="45720" rIns="91440" bIns="45720" rtlCol="0" anchor="t">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0"/>
              </a:spcBef>
              <a:spcAft>
                <a:spcPts val="600"/>
              </a:spcAft>
            </a:pPr>
            <a:endParaRPr lang="en-US" b="1">
              <a:solidFill>
                <a:schemeClr val="bg1"/>
              </a:solidFill>
              <a:latin typeface="+mj-lt"/>
              <a:ea typeface="+mj-ea"/>
              <a:cs typeface="+mj-cs"/>
            </a:endParaRPr>
          </a:p>
          <a:p>
            <a:pPr>
              <a:spcBef>
                <a:spcPct val="0"/>
              </a:spcBef>
              <a:spcAft>
                <a:spcPts val="600"/>
              </a:spcAft>
            </a:pPr>
            <a:r>
              <a:rPr lang="en-US" b="1">
                <a:solidFill>
                  <a:schemeClr val="bg1"/>
                </a:solidFill>
                <a:latin typeface="+mj-lt"/>
                <a:ea typeface="+mj-ea"/>
                <a:cs typeface="+mj-cs"/>
              </a:rPr>
              <a:t>Name: Ong Jin Sheng	</a:t>
            </a:r>
          </a:p>
          <a:p>
            <a:pPr>
              <a:spcBef>
                <a:spcPct val="0"/>
              </a:spcBef>
              <a:spcAft>
                <a:spcPts val="600"/>
              </a:spcAft>
            </a:pPr>
            <a:r>
              <a:rPr lang="en-US" b="1">
                <a:solidFill>
                  <a:schemeClr val="bg1"/>
                </a:solidFill>
                <a:latin typeface="+mj-lt"/>
                <a:ea typeface="+mj-ea"/>
                <a:cs typeface="+mj-cs"/>
              </a:rPr>
              <a:t>Student ID: 9252802J</a:t>
            </a:r>
          </a:p>
          <a:p>
            <a:pPr>
              <a:spcBef>
                <a:spcPct val="0"/>
              </a:spcBef>
              <a:spcAft>
                <a:spcPts val="600"/>
              </a:spcAft>
            </a:pPr>
            <a:r>
              <a:rPr lang="en-US" b="1">
                <a:solidFill>
                  <a:schemeClr val="bg1"/>
                </a:solidFill>
                <a:latin typeface="+mj-lt"/>
                <a:ea typeface="+mj-ea"/>
                <a:cs typeface="+mj-cs"/>
              </a:rPr>
              <a:t>Class: </a:t>
            </a:r>
            <a:r>
              <a:rPr lang="en-SG" b="1">
                <a:solidFill>
                  <a:schemeClr val="bg1"/>
                </a:solidFill>
                <a:latin typeface="+mj-lt"/>
                <a:ea typeface="Times New Roman" panose="02020603050405020304" pitchFamily="18" charset="0"/>
              </a:rPr>
              <a:t>SP-IT8303 </a:t>
            </a:r>
            <a:r>
              <a:rPr lang="en-US" b="1">
                <a:solidFill>
                  <a:schemeClr val="bg1"/>
                </a:solidFill>
                <a:latin typeface="+mj-lt"/>
                <a:ea typeface="+mj-ea"/>
                <a:cs typeface="+mj-cs"/>
              </a:rPr>
              <a:t>AI – Human Interface</a:t>
            </a:r>
          </a:p>
          <a:p>
            <a:pPr>
              <a:spcBef>
                <a:spcPct val="0"/>
              </a:spcBef>
              <a:spcAft>
                <a:spcPts val="600"/>
              </a:spcAft>
            </a:pPr>
            <a:endParaRPr lang="en-US" b="1" dirty="0">
              <a:solidFill>
                <a:schemeClr val="bg1"/>
              </a:solidFill>
              <a:latin typeface="+mj-lt"/>
              <a:ea typeface="+mj-ea"/>
              <a:cs typeface="+mj-cs"/>
            </a:endParaRPr>
          </a:p>
        </p:txBody>
      </p:sp>
    </p:spTree>
    <p:extLst>
      <p:ext uri="{BB962C8B-B14F-4D97-AF65-F5344CB8AC3E}">
        <p14:creationId xmlns:p14="http://schemas.microsoft.com/office/powerpoint/2010/main" val="1242569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D6BEE69-F67D-B825-4E29-311FE15E1DD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899EE4F-6BA3-C21D-633E-68CBFE3E539E}"/>
              </a:ext>
            </a:extLst>
          </p:cNvPr>
          <p:cNvSpPr txBox="1"/>
          <p:nvPr/>
        </p:nvSpPr>
        <p:spPr>
          <a:xfrm>
            <a:off x="5868557" y="1138036"/>
            <a:ext cx="5444382" cy="1402470"/>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200" b="1">
                <a:latin typeface="+mj-lt"/>
                <a:ea typeface="+mj-ea"/>
                <a:cs typeface="+mj-cs"/>
              </a:rPr>
              <a:t>Chatbot Overview &amp; Integration</a:t>
            </a:r>
          </a:p>
        </p:txBody>
      </p:sp>
      <p:pic>
        <p:nvPicPr>
          <p:cNvPr id="39" name="Picture 38" descr="Two cute robots">
            <a:extLst>
              <a:ext uri="{FF2B5EF4-FFF2-40B4-BE49-F238E27FC236}">
                <a16:creationId xmlns:a16="http://schemas.microsoft.com/office/drawing/2014/main" id="{3B7268C4-E16C-B5D8-6C76-3D3F5A76EEE3}"/>
              </a:ext>
            </a:extLst>
          </p:cNvPr>
          <p:cNvPicPr>
            <a:picLocks noChangeAspect="1"/>
          </p:cNvPicPr>
          <p:nvPr/>
        </p:nvPicPr>
        <p:blipFill>
          <a:blip r:embed="rId2"/>
          <a:srcRect l="37480" r="20269"/>
          <a:stretch>
            <a:fillRect/>
          </a:stretch>
        </p:blipFill>
        <p:spPr>
          <a:xfrm>
            <a:off x="-1" y="10"/>
            <a:ext cx="5151179" cy="6857990"/>
          </a:xfrm>
          <a:prstGeom prst="rect">
            <a:avLst/>
          </a:prstGeom>
        </p:spPr>
      </p:pic>
      <p:cxnSp>
        <p:nvCxnSpPr>
          <p:cNvPr id="43" name="Straight Connector 42">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F58BB372-32E7-9504-60E3-48BE349F701A}"/>
              </a:ext>
            </a:extLst>
          </p:cNvPr>
          <p:cNvSpPr>
            <a:spLocks noGrp="1"/>
          </p:cNvSpPr>
          <p:nvPr>
            <p:ph type="subTitle" idx="1"/>
          </p:nvPr>
        </p:nvSpPr>
        <p:spPr>
          <a:xfrm>
            <a:off x="5868557" y="2551176"/>
            <a:ext cx="5444382" cy="3591207"/>
          </a:xfrm>
        </p:spPr>
        <p:txBody>
          <a:bodyPr vert="horz" lIns="91440" tIns="45720" rIns="91440" bIns="45720" rtlCol="0">
            <a:normAutofit/>
          </a:bodyPr>
          <a:lstStyle/>
          <a:p>
            <a:pPr indent="-228600" algn="l">
              <a:buFont typeface="Arial" panose="020B0604020202020204" pitchFamily="34" charset="0"/>
              <a:buChar char="•"/>
            </a:pPr>
            <a:r>
              <a:rPr lang="en-US" sz="1900" b="1" dirty="0"/>
              <a:t>Name</a:t>
            </a:r>
            <a:r>
              <a:rPr lang="en-US" sz="1900" dirty="0"/>
              <a:t>: Gardenbtb_bot </a:t>
            </a:r>
          </a:p>
          <a:p>
            <a:pPr indent="-228600" algn="l">
              <a:buFont typeface="Arial" panose="020B0604020202020204" pitchFamily="34" charset="0"/>
              <a:buChar char="•"/>
            </a:pPr>
            <a:r>
              <a:rPr lang="en-US" sz="1900" b="1" dirty="0"/>
              <a:t>Description:</a:t>
            </a:r>
            <a:r>
              <a:rPr lang="en-US" sz="1900" dirty="0"/>
              <a:t> A friendly virtual assistant designed to help visitors plan their trip to Gardens by the Bay. The bot provides information on ticket prices, attractions, directions, opening hours, and dining options through natural conversation.</a:t>
            </a:r>
          </a:p>
          <a:p>
            <a:pPr indent="-228600" algn="l">
              <a:buFont typeface="Arial" panose="020B0604020202020204" pitchFamily="34" charset="0"/>
              <a:buChar char="•"/>
            </a:pPr>
            <a:endParaRPr lang="en-US" sz="1900" dirty="0"/>
          </a:p>
          <a:p>
            <a:pPr indent="-228600" algn="l">
              <a:buFont typeface="Arial" panose="020B0604020202020204" pitchFamily="34" charset="0"/>
              <a:buChar char="•"/>
            </a:pPr>
            <a:r>
              <a:rPr lang="en-US" sz="1900" b="1" dirty="0"/>
              <a:t>Working Integration:</a:t>
            </a:r>
            <a:endParaRPr lang="en-US" sz="1900" dirty="0"/>
          </a:p>
          <a:p>
            <a:pPr indent="-228600" algn="l">
              <a:buFont typeface="Arial" panose="020B0604020202020204" pitchFamily="34" charset="0"/>
              <a:buChar char="•"/>
            </a:pPr>
            <a:r>
              <a:rPr lang="en-US" sz="1900" b="1" dirty="0"/>
              <a:t>Platform:</a:t>
            </a:r>
            <a:r>
              <a:rPr lang="en-US" sz="1900" dirty="0"/>
              <a:t> Telegram</a:t>
            </a:r>
          </a:p>
          <a:p>
            <a:pPr indent="-228600" algn="l">
              <a:buFont typeface="Arial" panose="020B0604020202020204" pitchFamily="34" charset="0"/>
              <a:buChar char="•"/>
            </a:pPr>
            <a:r>
              <a:rPr lang="en-US" sz="1900" b="1" dirty="0"/>
              <a:t>URL:</a:t>
            </a:r>
            <a:r>
              <a:rPr lang="en-US" sz="1900" dirty="0"/>
              <a:t> </a:t>
            </a:r>
            <a:r>
              <a:rPr lang="en-US" sz="1900" dirty="0">
                <a:hlinkClick r:id="rId3"/>
              </a:rPr>
              <a:t>t.me/</a:t>
            </a:r>
            <a:r>
              <a:rPr lang="en-US" sz="1900" dirty="0"/>
              <a:t>Gardenbtb_bot </a:t>
            </a:r>
          </a:p>
        </p:txBody>
      </p:sp>
    </p:spTree>
    <p:extLst>
      <p:ext uri="{BB962C8B-B14F-4D97-AF65-F5344CB8AC3E}">
        <p14:creationId xmlns:p14="http://schemas.microsoft.com/office/powerpoint/2010/main" val="408826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A2655E2-E22B-FC85-3FDA-57EF1A451718}"/>
            </a:ext>
          </a:extLst>
        </p:cNvPr>
        <p:cNvGrpSpPr/>
        <p:nvPr/>
      </p:nvGrpSpPr>
      <p:grpSpPr>
        <a:xfrm>
          <a:off x="0" y="0"/>
          <a:ext cx="0" cy="0"/>
          <a:chOff x="0" y="0"/>
          <a:chExt cx="0" cy="0"/>
        </a:xfrm>
      </p:grpSpPr>
      <p:sp>
        <p:nvSpPr>
          <p:cNvPr id="39" name="Rectangle 38">
            <a:extLst>
              <a:ext uri="{FF2B5EF4-FFF2-40B4-BE49-F238E27FC236}">
                <a16:creationId xmlns:a16="http://schemas.microsoft.com/office/drawing/2014/main" id="{6636AB12-D292-4BAC-24CD-5CE4AF9C03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Connector 39">
            <a:extLst>
              <a:ext uri="{FF2B5EF4-FFF2-40B4-BE49-F238E27FC236}">
                <a16:creationId xmlns:a16="http://schemas.microsoft.com/office/drawing/2014/main" id="{84292317-759D-D7F0-B4C1-41F05EDF26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D790E45A-E416-D132-F3B3-8F16909B5BB9}"/>
              </a:ext>
            </a:extLst>
          </p:cNvPr>
          <p:cNvSpPr>
            <a:spLocks noGrp="1"/>
          </p:cNvSpPr>
          <p:nvPr>
            <p:ph type="subTitle" idx="1"/>
          </p:nvPr>
        </p:nvSpPr>
        <p:spPr>
          <a:xfrm>
            <a:off x="4480736" y="978981"/>
            <a:ext cx="2925728" cy="2160000"/>
          </a:xfrm>
          <a:ln>
            <a:solidFill>
              <a:schemeClr val="tx1"/>
            </a:solidFill>
          </a:ln>
        </p:spPr>
        <p:txBody>
          <a:bodyPr vert="horz" lIns="91440" tIns="108000" rIns="91440" bIns="45720" rtlCol="0">
            <a:normAutofit/>
          </a:bodyPr>
          <a:lstStyle/>
          <a:p>
            <a:pPr algn="l">
              <a:lnSpc>
                <a:spcPct val="100000"/>
              </a:lnSpc>
            </a:pPr>
            <a:r>
              <a:rPr lang="en-US" b="1" dirty="0">
                <a:solidFill>
                  <a:srgbClr val="FFFFFF"/>
                </a:solidFill>
              </a:rPr>
              <a:t>Small Talk Intents</a:t>
            </a:r>
            <a:r>
              <a:rPr lang="en-US" dirty="0">
                <a:solidFill>
                  <a:srgbClr val="FFFFFF"/>
                </a:solidFill>
              </a:rPr>
              <a:t> </a:t>
            </a:r>
            <a:r>
              <a:rPr lang="en-US" sz="1800" dirty="0">
                <a:solidFill>
                  <a:srgbClr val="FFFFFF"/>
                </a:solidFill>
              </a:rPr>
              <a:t>(Total: 3)</a:t>
            </a:r>
          </a:p>
          <a:p>
            <a:pPr marL="342900" indent="-228600" algn="l">
              <a:buFont typeface="Arial" panose="020B0604020202020204" pitchFamily="34" charset="0"/>
              <a:buChar char="•"/>
            </a:pPr>
            <a:r>
              <a:rPr lang="en-US" sz="2000" dirty="0">
                <a:solidFill>
                  <a:srgbClr val="FFFFFF"/>
                </a:solidFill>
              </a:rPr>
              <a:t>Greetings </a:t>
            </a:r>
          </a:p>
          <a:p>
            <a:pPr marL="342900" indent="-228600" algn="l">
              <a:buFont typeface="Arial" panose="020B0604020202020204" pitchFamily="34" charset="0"/>
              <a:buChar char="•"/>
            </a:pPr>
            <a:r>
              <a:rPr lang="en-US" sz="2000" dirty="0">
                <a:solidFill>
                  <a:srgbClr val="FFFFFF"/>
                </a:solidFill>
              </a:rPr>
              <a:t>Thank you</a:t>
            </a:r>
          </a:p>
          <a:p>
            <a:pPr marL="342900" indent="-228600" algn="l">
              <a:buFont typeface="Arial" panose="020B0604020202020204" pitchFamily="34" charset="0"/>
              <a:buChar char="•"/>
            </a:pPr>
            <a:r>
              <a:rPr lang="en-US" sz="2000" dirty="0">
                <a:solidFill>
                  <a:srgbClr val="FFFFFF"/>
                </a:solidFill>
              </a:rPr>
              <a:t>Goodbye</a:t>
            </a:r>
          </a:p>
          <a:p>
            <a:pPr marL="114300" algn="l"/>
            <a:endParaRPr lang="en-US" dirty="0">
              <a:solidFill>
                <a:srgbClr val="FFFFFF"/>
              </a:solidFill>
            </a:endParaRPr>
          </a:p>
        </p:txBody>
      </p:sp>
      <p:sp>
        <p:nvSpPr>
          <p:cNvPr id="7" name="Subtitle 2">
            <a:extLst>
              <a:ext uri="{FF2B5EF4-FFF2-40B4-BE49-F238E27FC236}">
                <a16:creationId xmlns:a16="http://schemas.microsoft.com/office/drawing/2014/main" id="{2441DFB4-A2EF-F612-A4A5-66299CFB7821}"/>
              </a:ext>
            </a:extLst>
          </p:cNvPr>
          <p:cNvSpPr txBox="1">
            <a:spLocks/>
          </p:cNvSpPr>
          <p:nvPr/>
        </p:nvSpPr>
        <p:spPr>
          <a:xfrm>
            <a:off x="407581" y="4974147"/>
            <a:ext cx="11288233" cy="1295486"/>
          </a:xfrm>
          <a:prstGeom prst="rect">
            <a:avLst/>
          </a:prstGeom>
        </p:spPr>
        <p:txBody>
          <a:bodyPr vert="horz" wrap="square"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600" b="1" u="sng" dirty="0">
                <a:solidFill>
                  <a:srgbClr val="FFFFFF"/>
                </a:solidFill>
              </a:rPr>
              <a:t>Comments: </a:t>
            </a:r>
          </a:p>
          <a:p>
            <a:pPr marL="285750" indent="-285750" algn="l">
              <a:buFont typeface="Arial" panose="020B0604020202020204" pitchFamily="34" charset="0"/>
              <a:buChar char="•"/>
            </a:pPr>
            <a:r>
              <a:rPr lang="en-US" sz="1600" dirty="0">
                <a:solidFill>
                  <a:srgbClr val="FFFFFF"/>
                </a:solidFill>
              </a:rPr>
              <a:t>For certain domain intents e.g. ticketing, they have several branches with shorter responses to accommodate user’s queries. </a:t>
            </a:r>
          </a:p>
          <a:p>
            <a:pPr marL="285750" indent="-285750" algn="l">
              <a:buFont typeface="Arial" panose="020B0604020202020204" pitchFamily="34" charset="0"/>
              <a:buChar char="•"/>
            </a:pPr>
            <a:r>
              <a:rPr lang="en-US" sz="1600" dirty="0">
                <a:solidFill>
                  <a:srgbClr val="FFFFFF"/>
                </a:solidFill>
              </a:rPr>
              <a:t>Attractions have ticket follow up intent linked to ticketing to allow users to purchase tickets. </a:t>
            </a:r>
          </a:p>
          <a:p>
            <a:pPr marL="285750" indent="-285750" algn="l">
              <a:buFont typeface="Arial" panose="020B0604020202020204" pitchFamily="34" charset="0"/>
              <a:buChar char="•"/>
            </a:pPr>
            <a:r>
              <a:rPr lang="en-US" sz="1600" dirty="0">
                <a:solidFill>
                  <a:srgbClr val="FFFFFF"/>
                </a:solidFill>
              </a:rPr>
              <a:t>Dine &amp; shop and Amenities also have follow up intents to manage potential questions; e.g. a contact us intent which allows users to contact the gardens directly if they need personal assistance.  </a:t>
            </a:r>
          </a:p>
        </p:txBody>
      </p:sp>
      <p:sp>
        <p:nvSpPr>
          <p:cNvPr id="2" name="Rectangle 1">
            <a:extLst>
              <a:ext uri="{FF2B5EF4-FFF2-40B4-BE49-F238E27FC236}">
                <a16:creationId xmlns:a16="http://schemas.microsoft.com/office/drawing/2014/main" id="{05A05817-27AA-1925-ACD2-7249BB618EE0}"/>
              </a:ext>
            </a:extLst>
          </p:cNvPr>
          <p:cNvSpPr/>
          <p:nvPr/>
        </p:nvSpPr>
        <p:spPr>
          <a:xfrm>
            <a:off x="510363" y="801242"/>
            <a:ext cx="265814" cy="93948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 name="Subtitle 2">
            <a:extLst>
              <a:ext uri="{FF2B5EF4-FFF2-40B4-BE49-F238E27FC236}">
                <a16:creationId xmlns:a16="http://schemas.microsoft.com/office/drawing/2014/main" id="{1797890C-ADF3-01AF-3C79-02665AFE1CB4}"/>
              </a:ext>
            </a:extLst>
          </p:cNvPr>
          <p:cNvSpPr txBox="1">
            <a:spLocks/>
          </p:cNvSpPr>
          <p:nvPr/>
        </p:nvSpPr>
        <p:spPr>
          <a:xfrm>
            <a:off x="7653662" y="996446"/>
            <a:ext cx="3680643" cy="2160000"/>
          </a:xfrm>
          <a:prstGeom prst="rect">
            <a:avLst/>
          </a:prstGeom>
          <a:ln>
            <a:solidFill>
              <a:schemeClr val="tx1"/>
            </a:solidFill>
          </a:ln>
        </p:spPr>
        <p:txBody>
          <a:bodyPr vert="horz" lIns="91440" tIns="10800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600"/>
              </a:spcBef>
            </a:pPr>
            <a:r>
              <a:rPr lang="en-US" b="1" dirty="0">
                <a:solidFill>
                  <a:srgbClr val="FFFFFF"/>
                </a:solidFill>
              </a:rPr>
              <a:t>Fallback Intents</a:t>
            </a:r>
            <a:r>
              <a:rPr lang="en-US" dirty="0">
                <a:solidFill>
                  <a:srgbClr val="FFFFFF"/>
                </a:solidFill>
              </a:rPr>
              <a:t> </a:t>
            </a:r>
          </a:p>
          <a:p>
            <a:pPr algn="l">
              <a:lnSpc>
                <a:spcPct val="100000"/>
              </a:lnSpc>
              <a:spcBef>
                <a:spcPts val="600"/>
              </a:spcBef>
            </a:pPr>
            <a:r>
              <a:rPr lang="en-US" sz="1800" dirty="0">
                <a:solidFill>
                  <a:srgbClr val="FFFFFF"/>
                </a:solidFill>
              </a:rPr>
              <a:t>(Total :2) </a:t>
            </a:r>
          </a:p>
          <a:p>
            <a:pPr marL="342900" indent="-228600" algn="l">
              <a:buFont typeface="Arial" panose="020B0604020202020204" pitchFamily="34" charset="0"/>
              <a:buChar char="•"/>
            </a:pPr>
            <a:r>
              <a:rPr lang="en-US" sz="2000" dirty="0">
                <a:solidFill>
                  <a:srgbClr val="FFFFFF"/>
                </a:solidFill>
              </a:rPr>
              <a:t>Default fallback intents</a:t>
            </a:r>
          </a:p>
          <a:p>
            <a:pPr marL="342900" indent="-228600" algn="l">
              <a:buFont typeface="Arial" panose="020B0604020202020204" pitchFamily="34" charset="0"/>
              <a:buChar char="•"/>
            </a:pPr>
            <a:r>
              <a:rPr lang="en-US" sz="2000" dirty="0">
                <a:solidFill>
                  <a:srgbClr val="FFFFFF"/>
                </a:solidFill>
              </a:rPr>
              <a:t>Contact us</a:t>
            </a:r>
          </a:p>
        </p:txBody>
      </p:sp>
      <p:sp>
        <p:nvSpPr>
          <p:cNvPr id="5" name="TextBox 4">
            <a:extLst>
              <a:ext uri="{FF2B5EF4-FFF2-40B4-BE49-F238E27FC236}">
                <a16:creationId xmlns:a16="http://schemas.microsoft.com/office/drawing/2014/main" id="{D35577B0-0EBD-C90A-E247-7641B43BDE8E}"/>
              </a:ext>
            </a:extLst>
          </p:cNvPr>
          <p:cNvSpPr txBox="1"/>
          <p:nvPr/>
        </p:nvSpPr>
        <p:spPr>
          <a:xfrm>
            <a:off x="643270" y="130017"/>
            <a:ext cx="10515600" cy="720000"/>
          </a:xfrm>
          <a:prstGeom prst="rect">
            <a:avLst/>
          </a:prstGeom>
        </p:spPr>
        <p:txBody>
          <a:bodyPr vert="horz" lIns="91440" tIns="45720" rIns="91440" bIns="45720" rtlCol="0" anchor="ctr">
            <a:normAutofit lnSpcReduction="10000"/>
          </a:bodyPr>
          <a:lstStyle/>
          <a:p>
            <a:pPr>
              <a:spcBef>
                <a:spcPct val="0"/>
              </a:spcBef>
              <a:spcAft>
                <a:spcPts val="600"/>
              </a:spcAft>
            </a:pPr>
            <a:r>
              <a:rPr lang="en-US" sz="4400" b="1" kern="1200" dirty="0">
                <a:solidFill>
                  <a:srgbClr val="FFFFFF"/>
                </a:solidFill>
                <a:latin typeface="+mj-lt"/>
                <a:ea typeface="+mj-ea"/>
                <a:cs typeface="+mj-cs"/>
              </a:rPr>
              <a:t>Summary of Intents</a:t>
            </a:r>
          </a:p>
        </p:txBody>
      </p:sp>
      <p:sp>
        <p:nvSpPr>
          <p:cNvPr id="41" name="Subtitle 2">
            <a:extLst>
              <a:ext uri="{FF2B5EF4-FFF2-40B4-BE49-F238E27FC236}">
                <a16:creationId xmlns:a16="http://schemas.microsoft.com/office/drawing/2014/main" id="{AAC03C57-967C-F25E-54C7-2E70D18F9803}"/>
              </a:ext>
            </a:extLst>
          </p:cNvPr>
          <p:cNvSpPr txBox="1">
            <a:spLocks/>
          </p:cNvSpPr>
          <p:nvPr/>
        </p:nvSpPr>
        <p:spPr>
          <a:xfrm>
            <a:off x="505043" y="978981"/>
            <a:ext cx="3738589" cy="3672000"/>
          </a:xfrm>
          <a:prstGeom prst="rect">
            <a:avLst/>
          </a:prstGeom>
          <a:ln>
            <a:solidFill>
              <a:schemeClr val="tx1"/>
            </a:solidFill>
          </a:ln>
        </p:spPr>
        <p:txBody>
          <a:bodyPr vert="horz" lIns="91440" tIns="10800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80000"/>
              </a:lnSpc>
            </a:pPr>
            <a:r>
              <a:rPr lang="en-US" b="1" dirty="0">
                <a:solidFill>
                  <a:srgbClr val="FFFFFF"/>
                </a:solidFill>
              </a:rPr>
              <a:t>Core Domain Intents</a:t>
            </a:r>
          </a:p>
          <a:p>
            <a:pPr algn="l">
              <a:lnSpc>
                <a:spcPct val="80000"/>
              </a:lnSpc>
            </a:pPr>
            <a:r>
              <a:rPr lang="en-US" sz="1800" dirty="0">
                <a:solidFill>
                  <a:srgbClr val="FFFFFF"/>
                </a:solidFill>
              </a:rPr>
              <a:t>(Total :15)</a:t>
            </a:r>
          </a:p>
          <a:p>
            <a:pPr marL="342900" indent="-228600" algn="l">
              <a:buFont typeface="Arial" panose="020B0604020202020204" pitchFamily="34" charset="0"/>
              <a:buChar char="•"/>
            </a:pPr>
            <a:r>
              <a:rPr lang="en-US" sz="2000" dirty="0">
                <a:solidFill>
                  <a:srgbClr val="FFFFFF"/>
                </a:solidFill>
              </a:rPr>
              <a:t>Ticketing (6)</a:t>
            </a:r>
          </a:p>
          <a:p>
            <a:pPr marL="342900" indent="-228600" algn="l">
              <a:buFont typeface="Arial" panose="020B0604020202020204" pitchFamily="34" charset="0"/>
              <a:buChar char="•"/>
            </a:pPr>
            <a:r>
              <a:rPr lang="en-US" sz="2000" dirty="0">
                <a:solidFill>
                  <a:srgbClr val="FFFFFF"/>
                </a:solidFill>
              </a:rPr>
              <a:t>Attractions (2)</a:t>
            </a:r>
          </a:p>
          <a:p>
            <a:pPr marL="342900" indent="-228600" algn="l">
              <a:buFont typeface="Arial" panose="020B0604020202020204" pitchFamily="34" charset="0"/>
              <a:buChar char="•"/>
            </a:pPr>
            <a:r>
              <a:rPr lang="en-US" sz="2000" dirty="0">
                <a:solidFill>
                  <a:srgbClr val="FFFFFF"/>
                </a:solidFill>
              </a:rPr>
              <a:t>Amenities (2)</a:t>
            </a:r>
          </a:p>
          <a:p>
            <a:pPr marL="342900" indent="-228600" algn="l">
              <a:buFont typeface="Arial" panose="020B0604020202020204" pitchFamily="34" charset="0"/>
              <a:buChar char="•"/>
            </a:pPr>
            <a:r>
              <a:rPr lang="en-US" sz="2000" dirty="0">
                <a:solidFill>
                  <a:srgbClr val="FFFFFF"/>
                </a:solidFill>
              </a:rPr>
              <a:t>Directions (2)</a:t>
            </a:r>
          </a:p>
          <a:p>
            <a:pPr marL="342900" indent="-228600" algn="l">
              <a:buFont typeface="Arial" panose="020B0604020202020204" pitchFamily="34" charset="0"/>
              <a:buChar char="•"/>
            </a:pPr>
            <a:r>
              <a:rPr lang="en-US" sz="2000" dirty="0">
                <a:solidFill>
                  <a:srgbClr val="FFFFFF"/>
                </a:solidFill>
              </a:rPr>
              <a:t>Dine &amp; Shop (2)</a:t>
            </a:r>
          </a:p>
          <a:p>
            <a:pPr marL="342900" indent="-228600" algn="l">
              <a:buFont typeface="Arial" panose="020B0604020202020204" pitchFamily="34" charset="0"/>
              <a:buChar char="•"/>
            </a:pPr>
            <a:r>
              <a:rPr lang="en-US" sz="2000" dirty="0">
                <a:solidFill>
                  <a:srgbClr val="FFFFFF"/>
                </a:solidFill>
              </a:rPr>
              <a:t>Opening Hours (1)</a:t>
            </a:r>
          </a:p>
          <a:p>
            <a:pPr marL="342900" indent="-228600" algn="l">
              <a:buFont typeface="Arial" panose="020B0604020202020204" pitchFamily="34" charset="0"/>
              <a:buChar char="•"/>
            </a:pPr>
            <a:r>
              <a:rPr lang="en-US" sz="2000" dirty="0">
                <a:solidFill>
                  <a:srgbClr val="FFFFFF"/>
                </a:solidFill>
              </a:rPr>
              <a:t>FAQs (1)</a:t>
            </a:r>
          </a:p>
          <a:p>
            <a:pPr indent="-228600" algn="l">
              <a:buFont typeface="Arial" panose="020B0604020202020204" pitchFamily="34" charset="0"/>
              <a:buChar char="•"/>
            </a:pPr>
            <a:endParaRPr lang="en-US" dirty="0">
              <a:solidFill>
                <a:srgbClr val="FFFFFF"/>
              </a:solidFill>
            </a:endParaRPr>
          </a:p>
        </p:txBody>
      </p:sp>
      <p:sp>
        <p:nvSpPr>
          <p:cNvPr id="6" name="TextBox 5">
            <a:extLst>
              <a:ext uri="{FF2B5EF4-FFF2-40B4-BE49-F238E27FC236}">
                <a16:creationId xmlns:a16="http://schemas.microsoft.com/office/drawing/2014/main" id="{3D9403F9-F8C0-7653-9323-39C90E2A6440}"/>
              </a:ext>
            </a:extLst>
          </p:cNvPr>
          <p:cNvSpPr txBox="1"/>
          <p:nvPr/>
        </p:nvSpPr>
        <p:spPr>
          <a:xfrm>
            <a:off x="4480736" y="4327815"/>
            <a:ext cx="1987019" cy="646331"/>
          </a:xfrm>
          <a:prstGeom prst="rect">
            <a:avLst/>
          </a:prstGeom>
          <a:noFill/>
        </p:spPr>
        <p:txBody>
          <a:bodyPr wrap="none" rtlCol="0">
            <a:spAutoFit/>
          </a:bodyPr>
          <a:lstStyle/>
          <a:p>
            <a:r>
              <a:rPr lang="en-US" b="1" dirty="0">
                <a:solidFill>
                  <a:srgbClr val="FFFFFF"/>
                </a:solidFill>
              </a:rPr>
              <a:t>Total intents = 21 </a:t>
            </a:r>
          </a:p>
          <a:p>
            <a:endParaRPr lang="en-SG" dirty="0"/>
          </a:p>
        </p:txBody>
      </p:sp>
    </p:spTree>
    <p:extLst>
      <p:ext uri="{BB962C8B-B14F-4D97-AF65-F5344CB8AC3E}">
        <p14:creationId xmlns:p14="http://schemas.microsoft.com/office/powerpoint/2010/main" val="3837445515"/>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90D4E6D-B0A6-6CFA-B548-51AE855C8DA7}"/>
            </a:ext>
          </a:extLst>
        </p:cNvPr>
        <p:cNvGrpSpPr/>
        <p:nvPr/>
      </p:nvGrpSpPr>
      <p:grpSpPr>
        <a:xfrm>
          <a:off x="0" y="0"/>
          <a:ext cx="0" cy="0"/>
          <a:chOff x="0" y="0"/>
          <a:chExt cx="0" cy="0"/>
        </a:xfrm>
      </p:grpSpPr>
      <p:sp>
        <p:nvSpPr>
          <p:cNvPr id="39" name="Rectangle 38">
            <a:extLst>
              <a:ext uri="{FF2B5EF4-FFF2-40B4-BE49-F238E27FC236}">
                <a16:creationId xmlns:a16="http://schemas.microsoft.com/office/drawing/2014/main" id="{077BBF29-2D8F-A984-7677-13BCC63E01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Connector 39">
            <a:extLst>
              <a:ext uri="{FF2B5EF4-FFF2-40B4-BE49-F238E27FC236}">
                <a16:creationId xmlns:a16="http://schemas.microsoft.com/office/drawing/2014/main" id="{1A018CD5-94BA-7224-48B3-7E8DA909E25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49CC4DC4-42CE-E5DD-B38B-5B173AC4E552}"/>
              </a:ext>
            </a:extLst>
          </p:cNvPr>
          <p:cNvSpPr/>
          <p:nvPr/>
        </p:nvSpPr>
        <p:spPr>
          <a:xfrm>
            <a:off x="510363" y="801242"/>
            <a:ext cx="265814" cy="93948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TextBox 4">
            <a:extLst>
              <a:ext uri="{FF2B5EF4-FFF2-40B4-BE49-F238E27FC236}">
                <a16:creationId xmlns:a16="http://schemas.microsoft.com/office/drawing/2014/main" id="{D9789848-6F83-4A54-D85F-5E1746823CAE}"/>
              </a:ext>
            </a:extLst>
          </p:cNvPr>
          <p:cNvSpPr txBox="1"/>
          <p:nvPr/>
        </p:nvSpPr>
        <p:spPr>
          <a:xfrm>
            <a:off x="588335" y="63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kern="1200" dirty="0">
                <a:solidFill>
                  <a:srgbClr val="FFFFFF"/>
                </a:solidFill>
                <a:latin typeface="+mj-lt"/>
                <a:ea typeface="+mj-ea"/>
                <a:cs typeface="+mj-cs"/>
              </a:rPr>
              <a:t>Entities &amp; Parameters</a:t>
            </a:r>
          </a:p>
        </p:txBody>
      </p:sp>
      <p:graphicFrame>
        <p:nvGraphicFramePr>
          <p:cNvPr id="4" name="Table 3">
            <a:extLst>
              <a:ext uri="{FF2B5EF4-FFF2-40B4-BE49-F238E27FC236}">
                <a16:creationId xmlns:a16="http://schemas.microsoft.com/office/drawing/2014/main" id="{FD4460CE-CB6F-8CD0-A83D-EB96C0083222}"/>
              </a:ext>
            </a:extLst>
          </p:cNvPr>
          <p:cNvGraphicFramePr>
            <a:graphicFrameLocks noGrp="1"/>
          </p:cNvGraphicFramePr>
          <p:nvPr>
            <p:extLst>
              <p:ext uri="{D42A27DB-BD31-4B8C-83A1-F6EECF244321}">
                <p14:modId xmlns:p14="http://schemas.microsoft.com/office/powerpoint/2010/main" val="3481639290"/>
              </p:ext>
            </p:extLst>
          </p:nvPr>
        </p:nvGraphicFramePr>
        <p:xfrm>
          <a:off x="629093" y="1364501"/>
          <a:ext cx="10753062" cy="2560320"/>
        </p:xfrm>
        <a:graphic>
          <a:graphicData uri="http://schemas.openxmlformats.org/drawingml/2006/table">
            <a:tbl>
              <a:tblPr firstRow="1" bandRow="1">
                <a:tableStyleId>{5C22544A-7EE6-4342-B048-85BDC9FD1C3A}</a:tableStyleId>
              </a:tblPr>
              <a:tblGrid>
                <a:gridCol w="1880972">
                  <a:extLst>
                    <a:ext uri="{9D8B030D-6E8A-4147-A177-3AD203B41FA5}">
                      <a16:colId xmlns:a16="http://schemas.microsoft.com/office/drawing/2014/main" val="3858648724"/>
                    </a:ext>
                  </a:extLst>
                </a:gridCol>
                <a:gridCol w="1554791">
                  <a:extLst>
                    <a:ext uri="{9D8B030D-6E8A-4147-A177-3AD203B41FA5}">
                      <a16:colId xmlns:a16="http://schemas.microsoft.com/office/drawing/2014/main" val="1518106813"/>
                    </a:ext>
                  </a:extLst>
                </a:gridCol>
                <a:gridCol w="3664087">
                  <a:extLst>
                    <a:ext uri="{9D8B030D-6E8A-4147-A177-3AD203B41FA5}">
                      <a16:colId xmlns:a16="http://schemas.microsoft.com/office/drawing/2014/main" val="1065130174"/>
                    </a:ext>
                  </a:extLst>
                </a:gridCol>
                <a:gridCol w="3653212">
                  <a:extLst>
                    <a:ext uri="{9D8B030D-6E8A-4147-A177-3AD203B41FA5}">
                      <a16:colId xmlns:a16="http://schemas.microsoft.com/office/drawing/2014/main" val="4218475374"/>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FFFFFF"/>
                          </a:solidFill>
                        </a:rPr>
                        <a:t>Custom entities</a:t>
                      </a:r>
                      <a:endParaRPr lang="en-US" dirty="0">
                        <a:solidFill>
                          <a:srgbClr val="FFFFFF"/>
                        </a:solidFill>
                      </a:endParaRPr>
                    </a:p>
                  </a:txBody>
                  <a:tcPr>
                    <a:lnB w="12700" cap="flat" cmpd="sng" algn="ctr">
                      <a:solidFill>
                        <a:schemeClr val="tx1"/>
                      </a:solidFill>
                      <a:prstDash val="solid"/>
                      <a:round/>
                      <a:headEnd type="none" w="med" len="med"/>
                      <a:tailEnd type="none" w="med" len="med"/>
                    </a:lnB>
                    <a:noFill/>
                  </a:tcPr>
                </a:tc>
                <a:tc>
                  <a:txBody>
                    <a:bodyPr/>
                    <a:lstStyle/>
                    <a:p>
                      <a:r>
                        <a:rPr lang="en-SG" dirty="0"/>
                        <a:t>Parameter </a:t>
                      </a:r>
                    </a:p>
                    <a:p>
                      <a:r>
                        <a:rPr lang="en-SG" dirty="0"/>
                        <a:t>Name</a:t>
                      </a:r>
                    </a:p>
                  </a:txBody>
                  <a:tcPr>
                    <a:lnB w="12700" cap="flat" cmpd="sng" algn="ctr">
                      <a:solidFill>
                        <a:schemeClr val="tx1"/>
                      </a:solidFill>
                      <a:prstDash val="solid"/>
                      <a:round/>
                      <a:headEnd type="none" w="med" len="med"/>
                      <a:tailEnd type="none" w="med" len="med"/>
                    </a:lnB>
                    <a:noFill/>
                  </a:tcPr>
                </a:tc>
                <a:tc>
                  <a:txBody>
                    <a:bodyPr/>
                    <a:lstStyle/>
                    <a:p>
                      <a:r>
                        <a:rPr lang="en-SG" dirty="0"/>
                        <a:t>Reference values</a:t>
                      </a:r>
                    </a:p>
                  </a:txBody>
                  <a:tcPr>
                    <a:lnB w="12700" cap="flat" cmpd="sng" algn="ctr">
                      <a:solidFill>
                        <a:schemeClr val="tx1"/>
                      </a:solidFill>
                      <a:prstDash val="solid"/>
                      <a:round/>
                      <a:headEnd type="none" w="med" len="med"/>
                      <a:tailEnd type="none" w="med" len="med"/>
                    </a:lnB>
                    <a:noFill/>
                  </a:tcPr>
                </a:tc>
                <a:tc>
                  <a:txBody>
                    <a:bodyPr/>
                    <a:lstStyle/>
                    <a:p>
                      <a:r>
                        <a:rPr lang="en-SG" dirty="0"/>
                        <a:t>Example of Synonyms used</a:t>
                      </a: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6714968"/>
                  </a:ext>
                </a:extLst>
              </a:tr>
              <a:tr h="370840">
                <a:tc>
                  <a:txBody>
                    <a:bodyPr/>
                    <a:lstStyle/>
                    <a:p>
                      <a:r>
                        <a:rPr lang="en-SG" dirty="0">
                          <a:solidFill>
                            <a:schemeClr val="tx1"/>
                          </a:solidFill>
                        </a:rPr>
                        <a:t>@attractions</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SG" dirty="0">
                          <a:solidFill>
                            <a:schemeClr val="tx1"/>
                          </a:solidFill>
                        </a:rPr>
                        <a:t>Attraction</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SG" dirty="0">
                          <a:solidFill>
                            <a:schemeClr val="tx1"/>
                          </a:solidFill>
                        </a:rPr>
                        <a:t>$attractions: Flower Dome, Cloud Forest, </a:t>
                      </a:r>
                      <a:r>
                        <a:rPr lang="en-SG" dirty="0" err="1">
                          <a:solidFill>
                            <a:schemeClr val="tx1"/>
                          </a:solidFill>
                        </a:rPr>
                        <a:t>SuperTree</a:t>
                      </a:r>
                      <a:r>
                        <a:rPr lang="en-SG" dirty="0">
                          <a:solidFill>
                            <a:schemeClr val="tx1"/>
                          </a:solidFill>
                        </a:rPr>
                        <a:t>, </a:t>
                      </a:r>
                      <a:r>
                        <a:rPr lang="en-SG" dirty="0" err="1">
                          <a:solidFill>
                            <a:schemeClr val="tx1"/>
                          </a:solidFill>
                        </a:rPr>
                        <a:t>Ocbc</a:t>
                      </a:r>
                      <a:r>
                        <a:rPr lang="en-SG" dirty="0">
                          <a:solidFill>
                            <a:schemeClr val="tx1"/>
                          </a:solidFill>
                        </a:rPr>
                        <a:t> Skyway</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SG" dirty="0">
                          <a:solidFill>
                            <a:schemeClr val="tx1"/>
                          </a:solidFill>
                        </a:rPr>
                        <a:t>Cloud forest, waterfall, </a:t>
                      </a:r>
                      <a:r>
                        <a:rPr lang="en-SG" dirty="0" err="1">
                          <a:solidFill>
                            <a:schemeClr val="tx1"/>
                          </a:solidFill>
                        </a:rPr>
                        <a:t>SuperTree</a:t>
                      </a:r>
                      <a:r>
                        <a:rPr lang="en-SG" dirty="0">
                          <a:solidFill>
                            <a:schemeClr val="tx1"/>
                          </a:solidFill>
                        </a:rPr>
                        <a:t>, Observatory, skyway</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763351"/>
                  </a:ext>
                </a:extLst>
              </a:tr>
              <a:tr h="370840">
                <a:tc>
                  <a:txBody>
                    <a:bodyPr/>
                    <a:lstStyle/>
                    <a:p>
                      <a:r>
                        <a:rPr lang="en-SG" dirty="0">
                          <a:solidFill>
                            <a:schemeClr val="tx1"/>
                          </a:solidFill>
                        </a:rPr>
                        <a:t>@amenities</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SG" dirty="0">
                          <a:solidFill>
                            <a:schemeClr val="tx1"/>
                          </a:solidFill>
                        </a:rPr>
                        <a:t>Amenities</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dirty="0">
                          <a:solidFill>
                            <a:schemeClr val="tx1"/>
                          </a:solidFill>
                        </a:rPr>
                        <a:t>$amenities: amenities</a:t>
                      </a:r>
                    </a:p>
                    <a:p>
                      <a:endParaRPr lang="en-SG" dirty="0">
                        <a:solidFill>
                          <a:schemeClr val="tx1"/>
                        </a:solidFill>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SG" dirty="0">
                          <a:solidFill>
                            <a:schemeClr val="tx1"/>
                          </a:solidFill>
                        </a:rPr>
                        <a:t>Getting around, washrooms, wheelchairs, tours, nursing rooms</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0477036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dirty="0">
                          <a:solidFill>
                            <a:schemeClr val="tx1"/>
                          </a:solidFill>
                        </a:rPr>
                        <a:t>@contact_us</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SG" dirty="0">
                          <a:solidFill>
                            <a:schemeClr val="tx1"/>
                          </a:solidFill>
                        </a:rPr>
                        <a:t>Contact</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dirty="0">
                          <a:solidFill>
                            <a:schemeClr val="tx1"/>
                          </a:solidFill>
                        </a:rPr>
                        <a:t>$</a:t>
                      </a:r>
                      <a:r>
                        <a:rPr lang="en-SG" dirty="0" err="1">
                          <a:solidFill>
                            <a:schemeClr val="tx1"/>
                          </a:solidFill>
                        </a:rPr>
                        <a:t>contact_us</a:t>
                      </a:r>
                      <a:r>
                        <a:rPr lang="en-SG" dirty="0">
                          <a:solidFill>
                            <a:schemeClr val="tx1"/>
                          </a:solidFill>
                        </a:rPr>
                        <a:t>: Help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SG" dirty="0">
                          <a:solidFill>
                            <a:schemeClr val="tx1"/>
                          </a:solidFill>
                        </a:rPr>
                        <a:t>Help, contact, get in touch, speak,</a:t>
                      </a:r>
                    </a:p>
                    <a:p>
                      <a:r>
                        <a:rPr lang="en-SG" dirty="0">
                          <a:solidFill>
                            <a:schemeClr val="tx1"/>
                          </a:solidFill>
                        </a:rPr>
                        <a:t>number, human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0351711"/>
                  </a:ext>
                </a:extLst>
              </a:tr>
            </a:tbl>
          </a:graphicData>
        </a:graphic>
      </p:graphicFrame>
      <p:sp>
        <p:nvSpPr>
          <p:cNvPr id="10" name="Subtitle 2">
            <a:extLst>
              <a:ext uri="{FF2B5EF4-FFF2-40B4-BE49-F238E27FC236}">
                <a16:creationId xmlns:a16="http://schemas.microsoft.com/office/drawing/2014/main" id="{8C6DC127-3529-4820-3903-F1D81D118C48}"/>
              </a:ext>
            </a:extLst>
          </p:cNvPr>
          <p:cNvSpPr txBox="1">
            <a:spLocks/>
          </p:cNvSpPr>
          <p:nvPr/>
        </p:nvSpPr>
        <p:spPr>
          <a:xfrm>
            <a:off x="563529" y="4446188"/>
            <a:ext cx="3285460" cy="103028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000" b="1" dirty="0">
                <a:solidFill>
                  <a:srgbClr val="FFFFFF"/>
                </a:solidFill>
              </a:rPr>
              <a:t>Total entities = 3 </a:t>
            </a:r>
          </a:p>
        </p:txBody>
      </p:sp>
    </p:spTree>
    <p:extLst>
      <p:ext uri="{BB962C8B-B14F-4D97-AF65-F5344CB8AC3E}">
        <p14:creationId xmlns:p14="http://schemas.microsoft.com/office/powerpoint/2010/main" val="2398916068"/>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2D917AD-F61F-D344-1A0A-0DF4C4D14816}"/>
            </a:ext>
          </a:extLst>
        </p:cNvPr>
        <p:cNvGrpSpPr/>
        <p:nvPr/>
      </p:nvGrpSpPr>
      <p:grpSpPr>
        <a:xfrm>
          <a:off x="0" y="0"/>
          <a:ext cx="0" cy="0"/>
          <a:chOff x="0" y="0"/>
          <a:chExt cx="0" cy="0"/>
        </a:xfrm>
      </p:grpSpPr>
      <p:sp>
        <p:nvSpPr>
          <p:cNvPr id="39" name="Rectangle 38">
            <a:extLst>
              <a:ext uri="{FF2B5EF4-FFF2-40B4-BE49-F238E27FC236}">
                <a16:creationId xmlns:a16="http://schemas.microsoft.com/office/drawing/2014/main" id="{B1CAD11A-A3F1-4860-80CB-4E32CA8F7C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Connector 39">
            <a:extLst>
              <a:ext uri="{FF2B5EF4-FFF2-40B4-BE49-F238E27FC236}">
                <a16:creationId xmlns:a16="http://schemas.microsoft.com/office/drawing/2014/main" id="{BB583B5C-9A06-B249-C637-D5F9CA2597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sp>
        <p:nvSpPr>
          <p:cNvPr id="41" name="Subtitle 2">
            <a:extLst>
              <a:ext uri="{FF2B5EF4-FFF2-40B4-BE49-F238E27FC236}">
                <a16:creationId xmlns:a16="http://schemas.microsoft.com/office/drawing/2014/main" id="{BFE1803E-2EBA-251C-7AA3-90E6D34FEE5C}"/>
              </a:ext>
            </a:extLst>
          </p:cNvPr>
          <p:cNvSpPr txBox="1">
            <a:spLocks/>
          </p:cNvSpPr>
          <p:nvPr/>
        </p:nvSpPr>
        <p:spPr>
          <a:xfrm>
            <a:off x="4044448" y="1851668"/>
            <a:ext cx="5097780" cy="391061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indent="-228600" algn="l">
              <a:buFont typeface="Arial" panose="020B0604020202020204" pitchFamily="34" charset="0"/>
              <a:buChar char="•"/>
            </a:pPr>
            <a:endParaRPr lang="en-US" dirty="0">
              <a:solidFill>
                <a:srgbClr val="FFFFFF"/>
              </a:solidFill>
            </a:endParaRPr>
          </a:p>
        </p:txBody>
      </p:sp>
      <p:sp>
        <p:nvSpPr>
          <p:cNvPr id="8" name="Subtitle 2">
            <a:extLst>
              <a:ext uri="{FF2B5EF4-FFF2-40B4-BE49-F238E27FC236}">
                <a16:creationId xmlns:a16="http://schemas.microsoft.com/office/drawing/2014/main" id="{61C62C1B-CFD4-D761-64AE-6D7369A3AB3E}"/>
              </a:ext>
            </a:extLst>
          </p:cNvPr>
          <p:cNvSpPr txBox="1">
            <a:spLocks/>
          </p:cNvSpPr>
          <p:nvPr/>
        </p:nvSpPr>
        <p:spPr>
          <a:xfrm>
            <a:off x="643270" y="5503995"/>
            <a:ext cx="11658600" cy="83696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14300" algn="l">
              <a:lnSpc>
                <a:spcPct val="70000"/>
              </a:lnSpc>
            </a:pPr>
            <a:r>
              <a:rPr lang="en-US" sz="1600" dirty="0">
                <a:ea typeface="Calibri" pitchFamily="34" charset="-122"/>
                <a:cs typeface="Calibri" pitchFamily="34" charset="-120"/>
              </a:rPr>
              <a:t>Example: When users ask about a specific attraction e.g. Flower Dome, the bot responds with a short description, </a:t>
            </a:r>
          </a:p>
          <a:p>
            <a:pPr marL="114300" algn="l">
              <a:lnSpc>
                <a:spcPct val="70000"/>
              </a:lnSpc>
            </a:pPr>
            <a:r>
              <a:rPr lang="en-US" sz="1600" dirty="0">
                <a:ea typeface="Calibri" pitchFamily="34" charset="-122"/>
                <a:cs typeface="Calibri" pitchFamily="34" charset="-120"/>
              </a:rPr>
              <a:t>an image and a 'Book Tickets' button linking directly to the official ticketing page.</a:t>
            </a:r>
            <a:endParaRPr lang="en-US" sz="1600" dirty="0"/>
          </a:p>
          <a:p>
            <a:pPr algn="l"/>
            <a:endParaRPr lang="en-US" sz="2000" dirty="0">
              <a:solidFill>
                <a:srgbClr val="FFFFFF"/>
              </a:solidFill>
            </a:endParaRPr>
          </a:p>
        </p:txBody>
      </p:sp>
      <p:sp>
        <p:nvSpPr>
          <p:cNvPr id="2" name="Rectangle 1">
            <a:extLst>
              <a:ext uri="{FF2B5EF4-FFF2-40B4-BE49-F238E27FC236}">
                <a16:creationId xmlns:a16="http://schemas.microsoft.com/office/drawing/2014/main" id="{8DA6393C-6453-4F9D-7D22-1A82C557AFCF}"/>
              </a:ext>
            </a:extLst>
          </p:cNvPr>
          <p:cNvSpPr/>
          <p:nvPr/>
        </p:nvSpPr>
        <p:spPr>
          <a:xfrm>
            <a:off x="510363" y="801242"/>
            <a:ext cx="265814" cy="93948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TextBox 4">
            <a:extLst>
              <a:ext uri="{FF2B5EF4-FFF2-40B4-BE49-F238E27FC236}">
                <a16:creationId xmlns:a16="http://schemas.microsoft.com/office/drawing/2014/main" id="{44D3D2CA-734F-4495-4FA8-EEBB9B316D8A}"/>
              </a:ext>
            </a:extLst>
          </p:cNvPr>
          <p:cNvSpPr txBox="1"/>
          <p:nvPr/>
        </p:nvSpPr>
        <p:spPr>
          <a:xfrm>
            <a:off x="747824" y="6325"/>
            <a:ext cx="10515600" cy="1325563"/>
          </a:xfrm>
          <a:prstGeom prst="rect">
            <a:avLst/>
          </a:prstGeom>
        </p:spPr>
        <p:txBody>
          <a:bodyPr vert="horz" lIns="91440" tIns="45720" rIns="91440" bIns="45720" rtlCol="0" anchor="ctr">
            <a:normAutofit/>
          </a:bodyPr>
          <a:lstStyle/>
          <a:p>
            <a:r>
              <a:rPr lang="en-US" sz="4400" b="1" dirty="0">
                <a:ea typeface="Georgia" pitchFamily="34" charset="-122"/>
                <a:cs typeface="Georgia" pitchFamily="34" charset="-120"/>
              </a:rPr>
              <a:t>Rich Message Response</a:t>
            </a:r>
            <a:endParaRPr lang="en-US" sz="4400" dirty="0"/>
          </a:p>
        </p:txBody>
      </p:sp>
      <p:sp>
        <p:nvSpPr>
          <p:cNvPr id="7" name="Text 1">
            <a:extLst>
              <a:ext uri="{FF2B5EF4-FFF2-40B4-BE49-F238E27FC236}">
                <a16:creationId xmlns:a16="http://schemas.microsoft.com/office/drawing/2014/main" id="{672D87DB-6A8D-869F-E3CB-04000C755009}"/>
              </a:ext>
            </a:extLst>
          </p:cNvPr>
          <p:cNvSpPr/>
          <p:nvPr/>
        </p:nvSpPr>
        <p:spPr>
          <a:xfrm>
            <a:off x="884984" y="1148225"/>
            <a:ext cx="10241280" cy="487680"/>
          </a:xfrm>
          <a:prstGeom prst="rect">
            <a:avLst/>
          </a:prstGeom>
          <a:noFill/>
          <a:ln/>
        </p:spPr>
        <p:txBody>
          <a:bodyPr wrap="square" rtlCol="0" anchor="ctr"/>
          <a:lstStyle/>
          <a:p>
            <a:r>
              <a:rPr lang="en-US" sz="2400" b="1" dirty="0">
                <a:ea typeface="Calibri" pitchFamily="34" charset="-122"/>
                <a:cs typeface="Calibri" pitchFamily="34" charset="-120"/>
              </a:rPr>
              <a:t>Implementation: Custom Payload (Telegram / Default) </a:t>
            </a:r>
            <a:endParaRPr lang="en-US" sz="2400" dirty="0"/>
          </a:p>
        </p:txBody>
      </p:sp>
      <p:sp>
        <p:nvSpPr>
          <p:cNvPr id="9" name="Shape 2">
            <a:extLst>
              <a:ext uri="{FF2B5EF4-FFF2-40B4-BE49-F238E27FC236}">
                <a16:creationId xmlns:a16="http://schemas.microsoft.com/office/drawing/2014/main" id="{7FD509D8-528D-BBAF-0121-DBB823F5B6C5}"/>
              </a:ext>
            </a:extLst>
          </p:cNvPr>
          <p:cNvSpPr/>
          <p:nvPr/>
        </p:nvSpPr>
        <p:spPr>
          <a:xfrm>
            <a:off x="944505" y="1937494"/>
            <a:ext cx="9265920" cy="853440"/>
          </a:xfrm>
          <a:prstGeom prst="rect">
            <a:avLst/>
          </a:prstGeom>
          <a:noFill/>
          <a:ln/>
          <a:effectLst>
            <a:outerShdw blurRad="101600" dist="38100" dir="8100000" algn="bl" rotWithShape="0">
              <a:srgbClr val="000000">
                <a:alpha val="12000"/>
              </a:srgbClr>
            </a:outerShdw>
          </a:effectLst>
        </p:spPr>
        <p:txBody>
          <a:bodyPr/>
          <a:lstStyle/>
          <a:p>
            <a:endParaRPr lang="en-SG"/>
          </a:p>
        </p:txBody>
      </p:sp>
      <p:sp>
        <p:nvSpPr>
          <p:cNvPr id="10" name="Text 3">
            <a:extLst>
              <a:ext uri="{FF2B5EF4-FFF2-40B4-BE49-F238E27FC236}">
                <a16:creationId xmlns:a16="http://schemas.microsoft.com/office/drawing/2014/main" id="{3DEA07FB-9734-0E27-84B6-6CC08E8B2045}"/>
              </a:ext>
            </a:extLst>
          </p:cNvPr>
          <p:cNvSpPr/>
          <p:nvPr/>
        </p:nvSpPr>
        <p:spPr>
          <a:xfrm>
            <a:off x="747824" y="1900918"/>
            <a:ext cx="609600" cy="609600"/>
          </a:xfrm>
          <a:prstGeom prst="rect">
            <a:avLst/>
          </a:prstGeom>
          <a:noFill/>
          <a:ln/>
        </p:spPr>
        <p:txBody>
          <a:bodyPr wrap="square" rtlCol="0" anchor="ctr"/>
          <a:lstStyle/>
          <a:p>
            <a:r>
              <a:rPr lang="en-US" sz="3733" dirty="0">
                <a:solidFill>
                  <a:srgbClr val="000000"/>
                </a:solidFill>
              </a:rPr>
              <a:t>📸</a:t>
            </a:r>
            <a:endParaRPr lang="en-US" sz="3733" dirty="0"/>
          </a:p>
        </p:txBody>
      </p:sp>
      <p:sp>
        <p:nvSpPr>
          <p:cNvPr id="11" name="Text 4">
            <a:extLst>
              <a:ext uri="{FF2B5EF4-FFF2-40B4-BE49-F238E27FC236}">
                <a16:creationId xmlns:a16="http://schemas.microsoft.com/office/drawing/2014/main" id="{13A30ED5-1361-E358-36A9-ECBA8B51C577}"/>
              </a:ext>
            </a:extLst>
          </p:cNvPr>
          <p:cNvSpPr/>
          <p:nvPr/>
        </p:nvSpPr>
        <p:spPr>
          <a:xfrm>
            <a:off x="1601264" y="1925302"/>
            <a:ext cx="7315200" cy="365760"/>
          </a:xfrm>
          <a:prstGeom prst="rect">
            <a:avLst/>
          </a:prstGeom>
          <a:noFill/>
          <a:ln/>
        </p:spPr>
        <p:txBody>
          <a:bodyPr wrap="square" rtlCol="0" anchor="ctr"/>
          <a:lstStyle/>
          <a:p>
            <a:r>
              <a:rPr lang="en-US" sz="2133" b="1" dirty="0">
                <a:ea typeface="Calibri" pitchFamily="34" charset="-122"/>
                <a:cs typeface="Calibri" pitchFamily="34" charset="-120"/>
              </a:rPr>
              <a:t>Photo Messages</a:t>
            </a:r>
            <a:endParaRPr lang="en-US" sz="2133" dirty="0"/>
          </a:p>
        </p:txBody>
      </p:sp>
      <p:sp>
        <p:nvSpPr>
          <p:cNvPr id="12" name="Text 5">
            <a:extLst>
              <a:ext uri="{FF2B5EF4-FFF2-40B4-BE49-F238E27FC236}">
                <a16:creationId xmlns:a16="http://schemas.microsoft.com/office/drawing/2014/main" id="{3693618A-5EB9-8933-9344-7F73C7C0F228}"/>
              </a:ext>
            </a:extLst>
          </p:cNvPr>
          <p:cNvSpPr/>
          <p:nvPr/>
        </p:nvSpPr>
        <p:spPr>
          <a:xfrm>
            <a:off x="1601264" y="2291062"/>
            <a:ext cx="7315200" cy="304800"/>
          </a:xfrm>
          <a:prstGeom prst="rect">
            <a:avLst/>
          </a:prstGeom>
          <a:noFill/>
          <a:ln/>
        </p:spPr>
        <p:txBody>
          <a:bodyPr wrap="square" rtlCol="0" anchor="ctr"/>
          <a:lstStyle/>
          <a:p>
            <a:r>
              <a:rPr lang="en-US" sz="1600" dirty="0">
                <a:ea typeface="Calibri" pitchFamily="34" charset="-122"/>
                <a:cs typeface="Calibri" pitchFamily="34" charset="-120"/>
              </a:rPr>
              <a:t>Attractive images of Gardens attractions</a:t>
            </a:r>
            <a:endParaRPr lang="en-US" sz="1600" dirty="0"/>
          </a:p>
        </p:txBody>
      </p:sp>
      <p:sp>
        <p:nvSpPr>
          <p:cNvPr id="13" name="Shape 6">
            <a:extLst>
              <a:ext uri="{FF2B5EF4-FFF2-40B4-BE49-F238E27FC236}">
                <a16:creationId xmlns:a16="http://schemas.microsoft.com/office/drawing/2014/main" id="{66BF292C-CFA6-E977-023E-33CBA8A8FD73}"/>
              </a:ext>
            </a:extLst>
          </p:cNvPr>
          <p:cNvSpPr/>
          <p:nvPr/>
        </p:nvSpPr>
        <p:spPr>
          <a:xfrm>
            <a:off x="944505" y="3095734"/>
            <a:ext cx="9265920" cy="853440"/>
          </a:xfrm>
          <a:prstGeom prst="rect">
            <a:avLst/>
          </a:prstGeom>
          <a:noFill/>
          <a:ln/>
          <a:effectLst>
            <a:outerShdw blurRad="101600" dist="38100" dir="8100000" algn="bl" rotWithShape="0">
              <a:srgbClr val="000000">
                <a:alpha val="12000"/>
              </a:srgbClr>
            </a:outerShdw>
          </a:effectLst>
        </p:spPr>
        <p:txBody>
          <a:bodyPr/>
          <a:lstStyle/>
          <a:p>
            <a:endParaRPr lang="en-SG"/>
          </a:p>
        </p:txBody>
      </p:sp>
      <p:sp>
        <p:nvSpPr>
          <p:cNvPr id="14" name="Text 7">
            <a:extLst>
              <a:ext uri="{FF2B5EF4-FFF2-40B4-BE49-F238E27FC236}">
                <a16:creationId xmlns:a16="http://schemas.microsoft.com/office/drawing/2014/main" id="{0A6A18DA-B801-716E-7C5D-F0E211F4533C}"/>
              </a:ext>
            </a:extLst>
          </p:cNvPr>
          <p:cNvSpPr/>
          <p:nvPr/>
        </p:nvSpPr>
        <p:spPr>
          <a:xfrm>
            <a:off x="747824" y="3059158"/>
            <a:ext cx="609600" cy="609600"/>
          </a:xfrm>
          <a:prstGeom prst="rect">
            <a:avLst/>
          </a:prstGeom>
          <a:noFill/>
          <a:ln/>
        </p:spPr>
        <p:txBody>
          <a:bodyPr wrap="square" rtlCol="0" anchor="ctr"/>
          <a:lstStyle/>
          <a:p>
            <a:r>
              <a:rPr lang="en-US" sz="3733" dirty="0">
                <a:solidFill>
                  <a:srgbClr val="000000"/>
                </a:solidFill>
              </a:rPr>
              <a:t>🔘</a:t>
            </a:r>
            <a:endParaRPr lang="en-US" sz="3733" dirty="0"/>
          </a:p>
        </p:txBody>
      </p:sp>
      <p:sp>
        <p:nvSpPr>
          <p:cNvPr id="15" name="Text 8">
            <a:extLst>
              <a:ext uri="{FF2B5EF4-FFF2-40B4-BE49-F238E27FC236}">
                <a16:creationId xmlns:a16="http://schemas.microsoft.com/office/drawing/2014/main" id="{0D6F8D50-CB47-4402-6FD3-3B891B6D14A1}"/>
              </a:ext>
            </a:extLst>
          </p:cNvPr>
          <p:cNvSpPr/>
          <p:nvPr/>
        </p:nvSpPr>
        <p:spPr>
          <a:xfrm>
            <a:off x="1601264" y="3083542"/>
            <a:ext cx="7315200" cy="365760"/>
          </a:xfrm>
          <a:prstGeom prst="rect">
            <a:avLst/>
          </a:prstGeom>
          <a:noFill/>
          <a:ln/>
        </p:spPr>
        <p:txBody>
          <a:bodyPr wrap="square" rtlCol="0" anchor="ctr"/>
          <a:lstStyle/>
          <a:p>
            <a:r>
              <a:rPr lang="en-US" sz="2133" b="1" dirty="0">
                <a:ea typeface="Calibri" pitchFamily="34" charset="-122"/>
                <a:cs typeface="Calibri" pitchFamily="34" charset="-120"/>
              </a:rPr>
              <a:t>Interactive Buttons</a:t>
            </a:r>
            <a:endParaRPr lang="en-US" sz="2133" dirty="0"/>
          </a:p>
        </p:txBody>
      </p:sp>
      <p:sp>
        <p:nvSpPr>
          <p:cNvPr id="16" name="Text 9">
            <a:extLst>
              <a:ext uri="{FF2B5EF4-FFF2-40B4-BE49-F238E27FC236}">
                <a16:creationId xmlns:a16="http://schemas.microsoft.com/office/drawing/2014/main" id="{1D8F1ACD-B9DD-9AD2-8EE0-EA3758B61F16}"/>
              </a:ext>
            </a:extLst>
          </p:cNvPr>
          <p:cNvSpPr/>
          <p:nvPr/>
        </p:nvSpPr>
        <p:spPr>
          <a:xfrm>
            <a:off x="1601263" y="3449302"/>
            <a:ext cx="7511881" cy="487680"/>
          </a:xfrm>
          <a:prstGeom prst="rect">
            <a:avLst/>
          </a:prstGeom>
          <a:noFill/>
          <a:ln/>
        </p:spPr>
        <p:txBody>
          <a:bodyPr wrap="square" rtlCol="0" anchor="ctr"/>
          <a:lstStyle/>
          <a:p>
            <a:r>
              <a:rPr lang="en-US" sz="1600" dirty="0">
                <a:ea typeface="Calibri" pitchFamily="34" charset="-122"/>
                <a:cs typeface="Calibri" pitchFamily="34" charset="-120"/>
              </a:rPr>
              <a:t>-  Quick action buttons for booking tickets</a:t>
            </a:r>
          </a:p>
          <a:p>
            <a:r>
              <a:rPr lang="en-US" sz="1600" dirty="0">
                <a:ea typeface="Calibri" pitchFamily="34" charset="-122"/>
                <a:cs typeface="Calibri" pitchFamily="34" charset="-120"/>
              </a:rPr>
              <a:t>-  Follow up links for what to eat or how to get there</a:t>
            </a:r>
            <a:endParaRPr lang="en-US" sz="1600" dirty="0"/>
          </a:p>
        </p:txBody>
      </p:sp>
      <p:sp>
        <p:nvSpPr>
          <p:cNvPr id="17" name="Shape 10">
            <a:extLst>
              <a:ext uri="{FF2B5EF4-FFF2-40B4-BE49-F238E27FC236}">
                <a16:creationId xmlns:a16="http://schemas.microsoft.com/office/drawing/2014/main" id="{57C9726B-5ADE-8DD7-1891-4E4EECDC8DB4}"/>
              </a:ext>
            </a:extLst>
          </p:cNvPr>
          <p:cNvSpPr/>
          <p:nvPr/>
        </p:nvSpPr>
        <p:spPr>
          <a:xfrm>
            <a:off x="944505" y="4253974"/>
            <a:ext cx="9265920" cy="853440"/>
          </a:xfrm>
          <a:prstGeom prst="rect">
            <a:avLst/>
          </a:prstGeom>
          <a:noFill/>
          <a:ln/>
          <a:effectLst>
            <a:outerShdw blurRad="101600" dist="38100" dir="8100000" algn="bl" rotWithShape="0">
              <a:srgbClr val="000000">
                <a:alpha val="12000"/>
              </a:srgbClr>
            </a:outerShdw>
          </a:effectLst>
        </p:spPr>
        <p:txBody>
          <a:bodyPr/>
          <a:lstStyle/>
          <a:p>
            <a:endParaRPr lang="en-SG"/>
          </a:p>
        </p:txBody>
      </p:sp>
      <p:sp>
        <p:nvSpPr>
          <p:cNvPr id="18" name="Text 11">
            <a:extLst>
              <a:ext uri="{FF2B5EF4-FFF2-40B4-BE49-F238E27FC236}">
                <a16:creationId xmlns:a16="http://schemas.microsoft.com/office/drawing/2014/main" id="{B176C80C-A24D-46DF-6D2E-BD77255F9DFB}"/>
              </a:ext>
            </a:extLst>
          </p:cNvPr>
          <p:cNvSpPr/>
          <p:nvPr/>
        </p:nvSpPr>
        <p:spPr>
          <a:xfrm>
            <a:off x="747824" y="4217398"/>
            <a:ext cx="609600" cy="609600"/>
          </a:xfrm>
          <a:prstGeom prst="rect">
            <a:avLst/>
          </a:prstGeom>
          <a:noFill/>
          <a:ln/>
        </p:spPr>
        <p:txBody>
          <a:bodyPr wrap="square" rtlCol="0" anchor="ctr"/>
          <a:lstStyle/>
          <a:p>
            <a:r>
              <a:rPr lang="en-US" sz="3733" dirty="0">
                <a:solidFill>
                  <a:srgbClr val="000000"/>
                </a:solidFill>
              </a:rPr>
              <a:t>🔗</a:t>
            </a:r>
            <a:endParaRPr lang="en-US" sz="3733" dirty="0"/>
          </a:p>
        </p:txBody>
      </p:sp>
      <p:sp>
        <p:nvSpPr>
          <p:cNvPr id="19" name="Text 12">
            <a:extLst>
              <a:ext uri="{FF2B5EF4-FFF2-40B4-BE49-F238E27FC236}">
                <a16:creationId xmlns:a16="http://schemas.microsoft.com/office/drawing/2014/main" id="{1A01E3CF-AEDD-ECB7-7B93-C0EE37320D95}"/>
              </a:ext>
            </a:extLst>
          </p:cNvPr>
          <p:cNvSpPr/>
          <p:nvPr/>
        </p:nvSpPr>
        <p:spPr>
          <a:xfrm>
            <a:off x="1601264" y="4241782"/>
            <a:ext cx="7315200" cy="365760"/>
          </a:xfrm>
          <a:prstGeom prst="rect">
            <a:avLst/>
          </a:prstGeom>
          <a:noFill/>
          <a:ln/>
        </p:spPr>
        <p:txBody>
          <a:bodyPr wrap="square" rtlCol="0" anchor="ctr"/>
          <a:lstStyle/>
          <a:p>
            <a:r>
              <a:rPr lang="en-US" sz="2133" b="1" dirty="0">
                <a:ea typeface="Calibri" pitchFamily="34" charset="-122"/>
                <a:cs typeface="Calibri" pitchFamily="34" charset="-120"/>
              </a:rPr>
              <a:t>URL Integration</a:t>
            </a:r>
            <a:endParaRPr lang="en-US" sz="2133" dirty="0"/>
          </a:p>
        </p:txBody>
      </p:sp>
      <p:sp>
        <p:nvSpPr>
          <p:cNvPr id="20" name="Text 13">
            <a:extLst>
              <a:ext uri="{FF2B5EF4-FFF2-40B4-BE49-F238E27FC236}">
                <a16:creationId xmlns:a16="http://schemas.microsoft.com/office/drawing/2014/main" id="{F5DBCC6A-EF12-F124-AF1F-BAFBD3C6D772}"/>
              </a:ext>
            </a:extLst>
          </p:cNvPr>
          <p:cNvSpPr/>
          <p:nvPr/>
        </p:nvSpPr>
        <p:spPr>
          <a:xfrm>
            <a:off x="1601264" y="4607542"/>
            <a:ext cx="7315200" cy="304800"/>
          </a:xfrm>
          <a:prstGeom prst="rect">
            <a:avLst/>
          </a:prstGeom>
          <a:noFill/>
          <a:ln/>
        </p:spPr>
        <p:txBody>
          <a:bodyPr wrap="square" rtlCol="0" anchor="ctr"/>
          <a:lstStyle/>
          <a:p>
            <a:r>
              <a:rPr lang="en-US" sz="1600" dirty="0">
                <a:ea typeface="Calibri" pitchFamily="34" charset="-122"/>
                <a:cs typeface="Calibri" pitchFamily="34" charset="-120"/>
              </a:rPr>
              <a:t>Direct links to official booking pages e.g. Maps, Amenities &amp; Services</a:t>
            </a:r>
            <a:endParaRPr lang="en-US" sz="1600" dirty="0"/>
          </a:p>
        </p:txBody>
      </p:sp>
    </p:spTree>
    <p:extLst>
      <p:ext uri="{BB962C8B-B14F-4D97-AF65-F5344CB8AC3E}">
        <p14:creationId xmlns:p14="http://schemas.microsoft.com/office/powerpoint/2010/main" val="2272208449"/>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CA4A311-3A32-E28F-BA96-A7399769105E}"/>
            </a:ext>
          </a:extLst>
        </p:cNvPr>
        <p:cNvGrpSpPr/>
        <p:nvPr/>
      </p:nvGrpSpPr>
      <p:grpSpPr>
        <a:xfrm>
          <a:off x="0" y="0"/>
          <a:ext cx="0" cy="0"/>
          <a:chOff x="0" y="0"/>
          <a:chExt cx="0" cy="0"/>
        </a:xfrm>
      </p:grpSpPr>
      <p:sp>
        <p:nvSpPr>
          <p:cNvPr id="39" name="Rectangle 38">
            <a:extLst>
              <a:ext uri="{FF2B5EF4-FFF2-40B4-BE49-F238E27FC236}">
                <a16:creationId xmlns:a16="http://schemas.microsoft.com/office/drawing/2014/main" id="{89484716-142F-37AE-CD35-9845F2404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Connector 39">
            <a:extLst>
              <a:ext uri="{FF2B5EF4-FFF2-40B4-BE49-F238E27FC236}">
                <a16:creationId xmlns:a16="http://schemas.microsoft.com/office/drawing/2014/main" id="{8605B31F-C2EF-BF2B-81D2-3CF8CEC83C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6BD6442E-CDD1-FFA5-69FB-61C811092C55}"/>
              </a:ext>
            </a:extLst>
          </p:cNvPr>
          <p:cNvSpPr/>
          <p:nvPr/>
        </p:nvSpPr>
        <p:spPr>
          <a:xfrm>
            <a:off x="510363" y="801242"/>
            <a:ext cx="265814" cy="93948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TextBox 4">
            <a:extLst>
              <a:ext uri="{FF2B5EF4-FFF2-40B4-BE49-F238E27FC236}">
                <a16:creationId xmlns:a16="http://schemas.microsoft.com/office/drawing/2014/main" id="{E27D901F-DEA2-26AE-7D56-27F3FC83D8BD}"/>
              </a:ext>
            </a:extLst>
          </p:cNvPr>
          <p:cNvSpPr txBox="1"/>
          <p:nvPr/>
        </p:nvSpPr>
        <p:spPr>
          <a:xfrm>
            <a:off x="588335" y="63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kern="1200" dirty="0">
                <a:solidFill>
                  <a:srgbClr val="FFFFFF"/>
                </a:solidFill>
                <a:latin typeface="+mj-lt"/>
                <a:ea typeface="+mj-ea"/>
                <a:cs typeface="+mj-cs"/>
              </a:rPr>
              <a:t>Sample Training Sentences</a:t>
            </a:r>
          </a:p>
        </p:txBody>
      </p:sp>
      <p:sp>
        <p:nvSpPr>
          <p:cNvPr id="10" name="Subtitle 2">
            <a:extLst>
              <a:ext uri="{FF2B5EF4-FFF2-40B4-BE49-F238E27FC236}">
                <a16:creationId xmlns:a16="http://schemas.microsoft.com/office/drawing/2014/main" id="{0AD55503-CBE1-C2E4-3B1D-E68C76B352FE}"/>
              </a:ext>
            </a:extLst>
          </p:cNvPr>
          <p:cNvSpPr txBox="1">
            <a:spLocks/>
          </p:cNvSpPr>
          <p:nvPr/>
        </p:nvSpPr>
        <p:spPr>
          <a:xfrm>
            <a:off x="761999" y="3274829"/>
            <a:ext cx="7903535" cy="318357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70000"/>
              </a:lnSpc>
            </a:pPr>
            <a:endParaRPr lang="en-US" sz="1600" dirty="0"/>
          </a:p>
        </p:txBody>
      </p:sp>
      <p:sp>
        <p:nvSpPr>
          <p:cNvPr id="3" name="Shape 1">
            <a:extLst>
              <a:ext uri="{FF2B5EF4-FFF2-40B4-BE49-F238E27FC236}">
                <a16:creationId xmlns:a16="http://schemas.microsoft.com/office/drawing/2014/main" id="{94C09961-B247-A97B-7788-B1B48B2B68CE}"/>
              </a:ext>
            </a:extLst>
          </p:cNvPr>
          <p:cNvSpPr/>
          <p:nvPr/>
        </p:nvSpPr>
        <p:spPr>
          <a:xfrm>
            <a:off x="588335" y="1149724"/>
            <a:ext cx="10260000" cy="396000"/>
          </a:xfrm>
          <a:prstGeom prst="rect">
            <a:avLst/>
          </a:prstGeom>
          <a:solidFill>
            <a:schemeClr val="accent6">
              <a:lumMod val="75000"/>
            </a:schemeClr>
          </a:solidFill>
          <a:ln>
            <a:solidFill>
              <a:schemeClr val="tx1"/>
            </a:solidFill>
          </a:ln>
        </p:spPr>
        <p:txBody>
          <a:bodyPr/>
          <a:lstStyle/>
          <a:p>
            <a:r>
              <a:rPr lang="en-SG" sz="2000" b="1" dirty="0"/>
              <a:t>Attractions</a:t>
            </a:r>
          </a:p>
          <a:p>
            <a:endParaRPr lang="en-SG" sz="2000" b="1" dirty="0"/>
          </a:p>
          <a:p>
            <a:endParaRPr lang="en-SG" sz="2000" b="1" dirty="0"/>
          </a:p>
        </p:txBody>
      </p:sp>
      <p:sp>
        <p:nvSpPr>
          <p:cNvPr id="6" name="Text 3">
            <a:extLst>
              <a:ext uri="{FF2B5EF4-FFF2-40B4-BE49-F238E27FC236}">
                <a16:creationId xmlns:a16="http://schemas.microsoft.com/office/drawing/2014/main" id="{E6C7FA7E-8E0E-B995-9BD0-AB3F5D2AD673}"/>
              </a:ext>
            </a:extLst>
          </p:cNvPr>
          <p:cNvSpPr/>
          <p:nvPr/>
        </p:nvSpPr>
        <p:spPr>
          <a:xfrm>
            <a:off x="800983" y="1607454"/>
            <a:ext cx="8413367" cy="2166109"/>
          </a:xfrm>
          <a:prstGeom prst="rect">
            <a:avLst/>
          </a:prstGeom>
          <a:noFill/>
          <a:ln/>
        </p:spPr>
        <p:txBody>
          <a:bodyPr wrap="none" rtlCol="0" anchor="t" anchorCtr="0"/>
          <a:lstStyle/>
          <a:p>
            <a:pPr marL="285750" indent="-285750">
              <a:lnSpc>
                <a:spcPts val="2100"/>
              </a:lnSpc>
              <a:buFont typeface="Arial" panose="020B0604020202020204" pitchFamily="34" charset="0"/>
              <a:buChar char="•"/>
            </a:pPr>
            <a:r>
              <a:rPr lang="en-US" sz="1600" dirty="0">
                <a:ea typeface="Calibri" pitchFamily="34" charset="-122"/>
                <a:cs typeface="Calibri" pitchFamily="34" charset="-120"/>
              </a:rPr>
              <a:t>Where can I buy tickets for Super trees</a:t>
            </a:r>
          </a:p>
          <a:p>
            <a:pPr marL="285750" indent="-285750">
              <a:lnSpc>
                <a:spcPts val="2100"/>
              </a:lnSpc>
              <a:buFont typeface="Arial" panose="020B0604020202020204" pitchFamily="34" charset="0"/>
              <a:buChar char="•"/>
            </a:pPr>
            <a:r>
              <a:rPr lang="en-US" sz="1600" dirty="0"/>
              <a:t>Tickets and bookings</a:t>
            </a:r>
          </a:p>
          <a:p>
            <a:pPr marL="285750" indent="-285750">
              <a:lnSpc>
                <a:spcPts val="2100"/>
              </a:lnSpc>
              <a:buFont typeface="Arial" panose="020B0604020202020204" pitchFamily="34" charset="0"/>
              <a:buChar char="•"/>
            </a:pPr>
            <a:r>
              <a:rPr lang="en-US" sz="1600" dirty="0"/>
              <a:t>I like to purchase tickets</a:t>
            </a:r>
          </a:p>
          <a:p>
            <a:pPr marL="285750" indent="-285750">
              <a:lnSpc>
                <a:spcPts val="2100"/>
              </a:lnSpc>
              <a:buFont typeface="Arial" panose="020B0604020202020204" pitchFamily="34" charset="0"/>
              <a:buChar char="•"/>
            </a:pPr>
            <a:r>
              <a:rPr lang="en-US" sz="1600" dirty="0"/>
              <a:t>How much are tickets</a:t>
            </a:r>
          </a:p>
          <a:p>
            <a:pPr marL="285750" indent="-285750">
              <a:lnSpc>
                <a:spcPts val="2100"/>
              </a:lnSpc>
              <a:buFont typeface="Arial" panose="020B0604020202020204" pitchFamily="34" charset="0"/>
              <a:buChar char="•"/>
            </a:pPr>
            <a:r>
              <a:rPr lang="en-US" sz="1600" dirty="0"/>
              <a:t>Show me @attraction pricing</a:t>
            </a:r>
          </a:p>
          <a:p>
            <a:pPr marL="285750" indent="-285750">
              <a:lnSpc>
                <a:spcPts val="2100"/>
              </a:lnSpc>
              <a:buFont typeface="Arial" panose="020B0604020202020204" pitchFamily="34" charset="0"/>
              <a:buChar char="•"/>
            </a:pPr>
            <a:r>
              <a:rPr lang="en-US" sz="1600" dirty="0"/>
              <a:t>Flower dome prices</a:t>
            </a:r>
          </a:p>
        </p:txBody>
      </p:sp>
      <p:sp>
        <p:nvSpPr>
          <p:cNvPr id="13" name="Text 3">
            <a:extLst>
              <a:ext uri="{FF2B5EF4-FFF2-40B4-BE49-F238E27FC236}">
                <a16:creationId xmlns:a16="http://schemas.microsoft.com/office/drawing/2014/main" id="{80F8C5AF-2186-358C-4B12-A928D44F53A0}"/>
              </a:ext>
            </a:extLst>
          </p:cNvPr>
          <p:cNvSpPr/>
          <p:nvPr/>
        </p:nvSpPr>
        <p:spPr>
          <a:xfrm>
            <a:off x="843515" y="3748942"/>
            <a:ext cx="8413367" cy="890476"/>
          </a:xfrm>
          <a:prstGeom prst="rect">
            <a:avLst/>
          </a:prstGeom>
          <a:noFill/>
          <a:ln/>
        </p:spPr>
        <p:txBody>
          <a:bodyPr wrap="none" rtlCol="0" anchor="t" anchorCtr="0"/>
          <a:lstStyle/>
          <a:p>
            <a:pPr marL="285750" indent="-285750">
              <a:buFont typeface="Arial" panose="020B0604020202020204" pitchFamily="34" charset="0"/>
              <a:buChar char="•"/>
            </a:pPr>
            <a:r>
              <a:rPr lang="en-US" sz="1600" dirty="0">
                <a:ea typeface="Calibri" pitchFamily="34" charset="-122"/>
                <a:cs typeface="Calibri" pitchFamily="34" charset="-120"/>
              </a:rPr>
              <a:t>What’s the address</a:t>
            </a:r>
          </a:p>
          <a:p>
            <a:pPr marL="285750" indent="-285750">
              <a:buFont typeface="Arial" panose="020B0604020202020204" pitchFamily="34" charset="0"/>
              <a:buChar char="•"/>
            </a:pPr>
            <a:r>
              <a:rPr lang="en-US" sz="1600" dirty="0"/>
              <a:t>Directions</a:t>
            </a:r>
          </a:p>
          <a:p>
            <a:pPr marL="285750" indent="-285750">
              <a:buFont typeface="Arial" panose="020B0604020202020204" pitchFamily="34" charset="0"/>
              <a:buChar char="•"/>
            </a:pPr>
            <a:r>
              <a:rPr lang="en-US" sz="1600" dirty="0"/>
              <a:t>How do I get there?</a:t>
            </a:r>
          </a:p>
        </p:txBody>
      </p:sp>
      <p:sp>
        <p:nvSpPr>
          <p:cNvPr id="14" name="Shape 1">
            <a:extLst>
              <a:ext uri="{FF2B5EF4-FFF2-40B4-BE49-F238E27FC236}">
                <a16:creationId xmlns:a16="http://schemas.microsoft.com/office/drawing/2014/main" id="{6ADB5788-B601-7978-8475-438CCF56C91A}"/>
              </a:ext>
            </a:extLst>
          </p:cNvPr>
          <p:cNvSpPr/>
          <p:nvPr/>
        </p:nvSpPr>
        <p:spPr>
          <a:xfrm>
            <a:off x="588335" y="3311950"/>
            <a:ext cx="10241280" cy="396000"/>
          </a:xfrm>
          <a:prstGeom prst="rect">
            <a:avLst/>
          </a:prstGeom>
          <a:solidFill>
            <a:schemeClr val="accent6">
              <a:lumMod val="75000"/>
            </a:schemeClr>
          </a:solidFill>
          <a:ln>
            <a:solidFill>
              <a:schemeClr val="tx1"/>
            </a:solidFill>
          </a:ln>
        </p:spPr>
        <p:txBody>
          <a:bodyPr/>
          <a:lstStyle/>
          <a:p>
            <a:r>
              <a:rPr lang="en-SG" sz="2000" b="1" dirty="0"/>
              <a:t>How to Get there</a:t>
            </a:r>
          </a:p>
          <a:p>
            <a:endParaRPr lang="en-SG" sz="2000" b="1" dirty="0"/>
          </a:p>
          <a:p>
            <a:endParaRPr lang="en-SG" sz="2000" b="1" dirty="0"/>
          </a:p>
        </p:txBody>
      </p:sp>
      <p:sp>
        <p:nvSpPr>
          <p:cNvPr id="16" name="Shape 1">
            <a:extLst>
              <a:ext uri="{FF2B5EF4-FFF2-40B4-BE49-F238E27FC236}">
                <a16:creationId xmlns:a16="http://schemas.microsoft.com/office/drawing/2014/main" id="{72094979-C6F3-6BFB-4B40-C46484D4A17C}"/>
              </a:ext>
            </a:extLst>
          </p:cNvPr>
          <p:cNvSpPr/>
          <p:nvPr/>
        </p:nvSpPr>
        <p:spPr>
          <a:xfrm>
            <a:off x="609601" y="4703213"/>
            <a:ext cx="10241280" cy="396000"/>
          </a:xfrm>
          <a:prstGeom prst="rect">
            <a:avLst/>
          </a:prstGeom>
          <a:solidFill>
            <a:schemeClr val="accent6">
              <a:lumMod val="75000"/>
            </a:schemeClr>
          </a:solidFill>
          <a:ln>
            <a:solidFill>
              <a:schemeClr val="tx1"/>
            </a:solidFill>
          </a:ln>
        </p:spPr>
        <p:txBody>
          <a:bodyPr/>
          <a:lstStyle/>
          <a:p>
            <a:r>
              <a:rPr lang="en-SG" sz="2000" b="1" dirty="0"/>
              <a:t>Shop &amp; Dine</a:t>
            </a:r>
          </a:p>
          <a:p>
            <a:endParaRPr lang="en-SG" sz="2000" b="1" dirty="0"/>
          </a:p>
          <a:p>
            <a:endParaRPr lang="en-SG" sz="2000" b="1" dirty="0"/>
          </a:p>
        </p:txBody>
      </p:sp>
      <p:sp>
        <p:nvSpPr>
          <p:cNvPr id="17" name="Text 3">
            <a:extLst>
              <a:ext uri="{FF2B5EF4-FFF2-40B4-BE49-F238E27FC236}">
                <a16:creationId xmlns:a16="http://schemas.microsoft.com/office/drawing/2014/main" id="{A074B9F5-1CB4-CE9C-70ED-D6F19FA3CFE3}"/>
              </a:ext>
            </a:extLst>
          </p:cNvPr>
          <p:cNvSpPr/>
          <p:nvPr/>
        </p:nvSpPr>
        <p:spPr>
          <a:xfrm>
            <a:off x="896680" y="5176900"/>
            <a:ext cx="8413367" cy="890476"/>
          </a:xfrm>
          <a:prstGeom prst="rect">
            <a:avLst/>
          </a:prstGeom>
          <a:noFill/>
          <a:ln/>
        </p:spPr>
        <p:txBody>
          <a:bodyPr wrap="none" rtlCol="0" anchor="t" anchorCtr="0"/>
          <a:lstStyle/>
          <a:p>
            <a:pPr marL="285750" indent="-285750">
              <a:buFont typeface="Arial" panose="020B0604020202020204" pitchFamily="34" charset="0"/>
              <a:buChar char="•"/>
            </a:pPr>
            <a:r>
              <a:rPr lang="en-US" sz="1600" dirty="0">
                <a:ea typeface="Calibri" pitchFamily="34" charset="-122"/>
                <a:cs typeface="Calibri" pitchFamily="34" charset="-120"/>
              </a:rPr>
              <a:t>Where can I find something to eat?</a:t>
            </a:r>
          </a:p>
          <a:p>
            <a:pPr marL="285750" indent="-285750">
              <a:buFont typeface="Arial" panose="020B0604020202020204" pitchFamily="34" charset="0"/>
              <a:buChar char="•"/>
            </a:pPr>
            <a:r>
              <a:rPr lang="en-US" sz="1600" dirty="0"/>
              <a:t>Food options</a:t>
            </a:r>
          </a:p>
          <a:p>
            <a:pPr marL="285750" indent="-285750">
              <a:buFont typeface="Arial" panose="020B0604020202020204" pitchFamily="34" charset="0"/>
              <a:buChar char="•"/>
            </a:pPr>
            <a:r>
              <a:rPr lang="en-US" sz="1600" dirty="0"/>
              <a:t>Is there a cafe</a:t>
            </a:r>
          </a:p>
        </p:txBody>
      </p:sp>
    </p:spTree>
    <p:extLst>
      <p:ext uri="{BB962C8B-B14F-4D97-AF65-F5344CB8AC3E}">
        <p14:creationId xmlns:p14="http://schemas.microsoft.com/office/powerpoint/2010/main" val="3908483560"/>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6F828D28-8E09-41CC-8229-3070B5467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2DEC807F-054A-96D6-F335-5665B738E740}"/>
              </a:ext>
            </a:extLst>
          </p:cNvPr>
          <p:cNvPicPr>
            <a:picLocks/>
          </p:cNvPicPr>
          <p:nvPr/>
        </p:nvPicPr>
        <p:blipFill>
          <a:blip r:embed="rId2"/>
          <a:srcRect b="10000"/>
          <a:stretch>
            <a:fillRect/>
          </a:stretch>
        </p:blipFill>
        <p:spPr>
          <a:xfrm>
            <a:off x="20" y="-22"/>
            <a:ext cx="12132000" cy="6264000"/>
          </a:xfrm>
          <a:prstGeom prst="rect">
            <a:avLst/>
          </a:prstGeom>
        </p:spPr>
      </p:pic>
      <p:sp>
        <p:nvSpPr>
          <p:cNvPr id="27" name="Rectangle 26">
            <a:extLst>
              <a:ext uri="{FF2B5EF4-FFF2-40B4-BE49-F238E27FC236}">
                <a16:creationId xmlns:a16="http://schemas.microsoft.com/office/drawing/2014/main" id="{D5B012D8-7F27-4758-9AC6-C889B154B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103377" y="1100316"/>
            <a:ext cx="6858003" cy="4657347"/>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36F9141D-44F0-5421-4228-E7056FE18273}"/>
              </a:ext>
            </a:extLst>
          </p:cNvPr>
          <p:cNvSpPr>
            <a:spLocks noGrp="1"/>
          </p:cNvSpPr>
          <p:nvPr>
            <p:ph type="ctrTitle"/>
          </p:nvPr>
        </p:nvSpPr>
        <p:spPr>
          <a:xfrm>
            <a:off x="739159" y="910120"/>
            <a:ext cx="5452529" cy="3569242"/>
          </a:xfrm>
        </p:spPr>
        <p:txBody>
          <a:bodyPr anchor="t">
            <a:normAutofit/>
          </a:bodyPr>
          <a:lstStyle/>
          <a:p>
            <a:pPr algn="l"/>
            <a:r>
              <a:rPr lang="en-SG" sz="5200" dirty="0">
                <a:solidFill>
                  <a:schemeClr val="bg2"/>
                </a:solidFill>
              </a:rPr>
              <a:t>End of Report</a:t>
            </a:r>
            <a:br>
              <a:rPr lang="en-SG" sz="5200" dirty="0">
                <a:solidFill>
                  <a:schemeClr val="bg2"/>
                </a:solidFill>
              </a:rPr>
            </a:br>
            <a:endParaRPr lang="en-SG" sz="5200" dirty="0">
              <a:solidFill>
                <a:schemeClr val="bg2"/>
              </a:solidFill>
            </a:endParaRPr>
          </a:p>
        </p:txBody>
      </p:sp>
      <p:sp>
        <p:nvSpPr>
          <p:cNvPr id="29" name="Rectangle 28">
            <a:extLst>
              <a:ext uri="{FF2B5EF4-FFF2-40B4-BE49-F238E27FC236}">
                <a16:creationId xmlns:a16="http://schemas.microsoft.com/office/drawing/2014/main" id="{4063B759-00FC-46D1-9898-8E8625268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40187" y="2206184"/>
            <a:ext cx="6858003" cy="2445624"/>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666914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557</TotalTime>
  <Words>488</Words>
  <Application>Microsoft Office PowerPoint</Application>
  <PresentationFormat>Widescreen</PresentationFormat>
  <Paragraphs>87</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Aptos Display</vt: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End of Report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Jason Ong</dc:creator>
  <cp:lastModifiedBy>Jason Ong</cp:lastModifiedBy>
  <cp:revision>1</cp:revision>
  <dcterms:created xsi:type="dcterms:W3CDTF">2026-02-06T14:49:09Z</dcterms:created>
  <dcterms:modified xsi:type="dcterms:W3CDTF">2026-02-08T05:02:22Z</dcterms:modified>
</cp:coreProperties>
</file>